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63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nga\OneDrive\&#48148;&#53461;%20&#54868;&#47732;\12\surface%2000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nga\OneDrive\&#48148;&#53461;%20&#54868;&#47732;\12\surface%2000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anga\OneDrive\&#48148;&#53461;%20&#54868;&#47732;\12\surface%20001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nga\OneDrive\&#48148;&#53461;%20&#54868;&#47732;\12\&#54637;&#47141;&#44228;&#49688;%20&#52628;&#51060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nga\OneDrive\&#48148;&#53461;%20&#54868;&#47732;\12\&#54637;&#47141;&#44228;&#49688;%20&#52628;&#51060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SU</a:t>
            </a:r>
            <a:r>
              <a:rPr lang="en-US" altLang="ko-KR" baseline="0"/>
              <a:t> 2</a:t>
            </a:r>
            <a:endParaRPr lang="en-US" alt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'surface 001'!$H$2:$H$202</c:f>
              <c:numCache>
                <c:formatCode>General</c:formatCode>
                <c:ptCount val="201"/>
                <c:pt idx="0">
                  <c:v>0.99975000000000003</c:v>
                </c:pt>
                <c:pt idx="1">
                  <c:v>0.999</c:v>
                </c:pt>
                <c:pt idx="2">
                  <c:v>0.99775999999999998</c:v>
                </c:pt>
                <c:pt idx="3">
                  <c:v>0.99602000000000002</c:v>
                </c:pt>
                <c:pt idx="4">
                  <c:v>0.99378</c:v>
                </c:pt>
                <c:pt idx="5">
                  <c:v>0.99104999999999999</c:v>
                </c:pt>
                <c:pt idx="6">
                  <c:v>0.98784000000000005</c:v>
                </c:pt>
                <c:pt idx="7">
                  <c:v>0.98412999999999995</c:v>
                </c:pt>
                <c:pt idx="8">
                  <c:v>0.97994999999999999</c:v>
                </c:pt>
                <c:pt idx="9">
                  <c:v>0.97528000000000004</c:v>
                </c:pt>
                <c:pt idx="10">
                  <c:v>0.97014999999999996</c:v>
                </c:pt>
                <c:pt idx="11">
                  <c:v>0.96453999999999995</c:v>
                </c:pt>
                <c:pt idx="12">
                  <c:v>0.95847000000000004</c:v>
                </c:pt>
                <c:pt idx="13">
                  <c:v>0.95194000000000001</c:v>
                </c:pt>
                <c:pt idx="14">
                  <c:v>0.94496000000000002</c:v>
                </c:pt>
                <c:pt idx="15">
                  <c:v>0.93754000000000004</c:v>
                </c:pt>
                <c:pt idx="16">
                  <c:v>0.92969000000000002</c:v>
                </c:pt>
                <c:pt idx="17">
                  <c:v>0.9214</c:v>
                </c:pt>
                <c:pt idx="18">
                  <c:v>0.91269999999999996</c:v>
                </c:pt>
                <c:pt idx="19">
                  <c:v>0.90358000000000005</c:v>
                </c:pt>
                <c:pt idx="20">
                  <c:v>0.89405999999999997</c:v>
                </c:pt>
                <c:pt idx="21">
                  <c:v>0.88414999999999999</c:v>
                </c:pt>
                <c:pt idx="22">
                  <c:v>0.87385000000000002</c:v>
                </c:pt>
                <c:pt idx="23">
                  <c:v>0.86317999999999995</c:v>
                </c:pt>
                <c:pt idx="24">
                  <c:v>0.85216000000000003</c:v>
                </c:pt>
                <c:pt idx="25">
                  <c:v>0.84077000000000002</c:v>
                </c:pt>
                <c:pt idx="26">
                  <c:v>0.82904999999999995</c:v>
                </c:pt>
                <c:pt idx="27">
                  <c:v>0.81701000000000001</c:v>
                </c:pt>
                <c:pt idx="28">
                  <c:v>0.80464000000000002</c:v>
                </c:pt>
                <c:pt idx="29">
                  <c:v>0.79196999999999995</c:v>
                </c:pt>
                <c:pt idx="30">
                  <c:v>0.77900999999999998</c:v>
                </c:pt>
                <c:pt idx="31">
                  <c:v>0.76578000000000002</c:v>
                </c:pt>
                <c:pt idx="32">
                  <c:v>0.75227999999999995</c:v>
                </c:pt>
                <c:pt idx="33">
                  <c:v>0.73851999999999995</c:v>
                </c:pt>
                <c:pt idx="34">
                  <c:v>0.72453000000000001</c:v>
                </c:pt>
                <c:pt idx="35">
                  <c:v>0.71031999999999995</c:v>
                </c:pt>
                <c:pt idx="36">
                  <c:v>0.69589000000000001</c:v>
                </c:pt>
                <c:pt idx="37">
                  <c:v>0.68127000000000004</c:v>
                </c:pt>
                <c:pt idx="38">
                  <c:v>0.66647000000000001</c:v>
                </c:pt>
                <c:pt idx="39">
                  <c:v>0.65149999999999997</c:v>
                </c:pt>
                <c:pt idx="40">
                  <c:v>0.63637999999999995</c:v>
                </c:pt>
                <c:pt idx="41">
                  <c:v>0.62112999999999996</c:v>
                </c:pt>
                <c:pt idx="42">
                  <c:v>0.60575999999999997</c:v>
                </c:pt>
                <c:pt idx="43">
                  <c:v>0.59028000000000003</c:v>
                </c:pt>
                <c:pt idx="44">
                  <c:v>0.57471000000000005</c:v>
                </c:pt>
                <c:pt idx="45">
                  <c:v>0.55906</c:v>
                </c:pt>
                <c:pt idx="46">
                  <c:v>0.54335999999999995</c:v>
                </c:pt>
                <c:pt idx="47">
                  <c:v>0.52761000000000002</c:v>
                </c:pt>
                <c:pt idx="48">
                  <c:v>0.51183999999999996</c:v>
                </c:pt>
                <c:pt idx="49">
                  <c:v>0.49604999999999999</c:v>
                </c:pt>
                <c:pt idx="50">
                  <c:v>0.48026999999999997</c:v>
                </c:pt>
                <c:pt idx="51">
                  <c:v>0.46450999999999998</c:v>
                </c:pt>
                <c:pt idx="52">
                  <c:v>0.44878000000000001</c:v>
                </c:pt>
                <c:pt idx="53">
                  <c:v>0.43310999999999999</c:v>
                </c:pt>
                <c:pt idx="54">
                  <c:v>0.41749999999999998</c:v>
                </c:pt>
                <c:pt idx="55">
                  <c:v>0.40196999999999999</c:v>
                </c:pt>
                <c:pt idx="56">
                  <c:v>0.38653999999999999</c:v>
                </c:pt>
                <c:pt idx="57">
                  <c:v>0.37123</c:v>
                </c:pt>
                <c:pt idx="58">
                  <c:v>0.35604000000000002</c:v>
                </c:pt>
                <c:pt idx="59">
                  <c:v>0.34099000000000002</c:v>
                </c:pt>
                <c:pt idx="60">
                  <c:v>0.32611000000000001</c:v>
                </c:pt>
                <c:pt idx="61">
                  <c:v>0.31140000000000001</c:v>
                </c:pt>
                <c:pt idx="62">
                  <c:v>0.29687000000000002</c:v>
                </c:pt>
                <c:pt idx="63">
                  <c:v>0.28255000000000002</c:v>
                </c:pt>
                <c:pt idx="64">
                  <c:v>0.26845000000000002</c:v>
                </c:pt>
                <c:pt idx="65">
                  <c:v>0.25457000000000002</c:v>
                </c:pt>
                <c:pt idx="66">
                  <c:v>0.24093999999999999</c:v>
                </c:pt>
                <c:pt idx="67">
                  <c:v>0.22756999999999999</c:v>
                </c:pt>
                <c:pt idx="68">
                  <c:v>0.21446999999999999</c:v>
                </c:pt>
                <c:pt idx="69">
                  <c:v>0.20166000000000001</c:v>
                </c:pt>
                <c:pt idx="70">
                  <c:v>0.18914</c:v>
                </c:pt>
                <c:pt idx="71">
                  <c:v>0.17693</c:v>
                </c:pt>
                <c:pt idx="72">
                  <c:v>0.16503999999999999</c:v>
                </c:pt>
                <c:pt idx="73">
                  <c:v>0.15348999999999999</c:v>
                </c:pt>
                <c:pt idx="74">
                  <c:v>0.14229</c:v>
                </c:pt>
                <c:pt idx="75">
                  <c:v>0.13144</c:v>
                </c:pt>
                <c:pt idx="76">
                  <c:v>0.12095</c:v>
                </c:pt>
                <c:pt idx="77">
                  <c:v>0.11085</c:v>
                </c:pt>
                <c:pt idx="78">
                  <c:v>0.10113</c:v>
                </c:pt>
                <c:pt idx="79">
                  <c:v>9.1810000000000003E-2</c:v>
                </c:pt>
                <c:pt idx="80">
                  <c:v>8.2900000000000001E-2</c:v>
                </c:pt>
                <c:pt idx="81">
                  <c:v>7.4399999999999994E-2</c:v>
                </c:pt>
                <c:pt idx="82">
                  <c:v>6.633E-2</c:v>
                </c:pt>
                <c:pt idx="83">
                  <c:v>5.8689999999999999E-2</c:v>
                </c:pt>
                <c:pt idx="84">
                  <c:v>5.1490000000000001E-2</c:v>
                </c:pt>
                <c:pt idx="85">
                  <c:v>4.4740000000000002E-2</c:v>
                </c:pt>
                <c:pt idx="86">
                  <c:v>3.8440000000000002E-2</c:v>
                </c:pt>
                <c:pt idx="87">
                  <c:v>3.2599999999999997E-2</c:v>
                </c:pt>
                <c:pt idx="88">
                  <c:v>2.7230000000000001E-2</c:v>
                </c:pt>
                <c:pt idx="89">
                  <c:v>2.232E-2</c:v>
                </c:pt>
                <c:pt idx="90">
                  <c:v>1.7899999999999999E-2</c:v>
                </c:pt>
                <c:pt idx="91">
                  <c:v>1.3950000000000001E-2</c:v>
                </c:pt>
                <c:pt idx="92">
                  <c:v>1.0489999999999999E-2</c:v>
                </c:pt>
                <c:pt idx="93">
                  <c:v>7.5199999999999998E-3</c:v>
                </c:pt>
                <c:pt idx="94">
                  <c:v>5.0400000000000002E-3</c:v>
                </c:pt>
                <c:pt idx="95">
                  <c:v>3.0500000000000002E-3</c:v>
                </c:pt>
                <c:pt idx="96">
                  <c:v>1.56E-3</c:v>
                </c:pt>
                <c:pt idx="97">
                  <c:v>5.5999999999999995E-4</c:v>
                </c:pt>
                <c:pt idx="98">
                  <c:v>6.0000000000000002E-5</c:v>
                </c:pt>
                <c:pt idx="99">
                  <c:v>0</c:v>
                </c:pt>
                <c:pt idx="101">
                  <c:v>6.0000000000000002E-5</c:v>
                </c:pt>
                <c:pt idx="102">
                  <c:v>5.5999999999999995E-4</c:v>
                </c:pt>
                <c:pt idx="103">
                  <c:v>1.56E-3</c:v>
                </c:pt>
                <c:pt idx="104">
                  <c:v>3.0500000000000002E-3</c:v>
                </c:pt>
                <c:pt idx="105">
                  <c:v>5.0400000000000002E-3</c:v>
                </c:pt>
                <c:pt idx="106">
                  <c:v>7.5199999999999998E-3</c:v>
                </c:pt>
                <c:pt idx="107">
                  <c:v>1.0489999999999999E-2</c:v>
                </c:pt>
                <c:pt idx="108">
                  <c:v>1.3950000000000001E-2</c:v>
                </c:pt>
                <c:pt idx="109">
                  <c:v>1.7899999999999999E-2</c:v>
                </c:pt>
                <c:pt idx="110">
                  <c:v>2.232E-2</c:v>
                </c:pt>
                <c:pt idx="111">
                  <c:v>2.7230000000000001E-2</c:v>
                </c:pt>
                <c:pt idx="112">
                  <c:v>3.2599999999999997E-2</c:v>
                </c:pt>
                <c:pt idx="113">
                  <c:v>3.8440000000000002E-2</c:v>
                </c:pt>
                <c:pt idx="114">
                  <c:v>4.4740000000000002E-2</c:v>
                </c:pt>
                <c:pt idx="115">
                  <c:v>5.1490000000000001E-2</c:v>
                </c:pt>
                <c:pt idx="116">
                  <c:v>5.8689999999999999E-2</c:v>
                </c:pt>
                <c:pt idx="117">
                  <c:v>6.633E-2</c:v>
                </c:pt>
                <c:pt idx="118">
                  <c:v>7.4399999999999994E-2</c:v>
                </c:pt>
                <c:pt idx="119">
                  <c:v>8.2900000000000001E-2</c:v>
                </c:pt>
                <c:pt idx="120">
                  <c:v>9.1810000000000003E-2</c:v>
                </c:pt>
                <c:pt idx="121">
                  <c:v>0.10113</c:v>
                </c:pt>
                <c:pt idx="122">
                  <c:v>0.11085</c:v>
                </c:pt>
                <c:pt idx="123">
                  <c:v>0.12095</c:v>
                </c:pt>
                <c:pt idx="124">
                  <c:v>0.13144</c:v>
                </c:pt>
                <c:pt idx="125">
                  <c:v>0.14229</c:v>
                </c:pt>
                <c:pt idx="126">
                  <c:v>0.15348999999999999</c:v>
                </c:pt>
                <c:pt idx="127">
                  <c:v>0.16503999999999999</c:v>
                </c:pt>
                <c:pt idx="128">
                  <c:v>0.17693</c:v>
                </c:pt>
                <c:pt idx="129">
                  <c:v>0.18914</c:v>
                </c:pt>
                <c:pt idx="130">
                  <c:v>0.20166000000000001</c:v>
                </c:pt>
                <c:pt idx="131">
                  <c:v>0.21446999999999999</c:v>
                </c:pt>
                <c:pt idx="132">
                  <c:v>0.22756999999999999</c:v>
                </c:pt>
                <c:pt idx="133">
                  <c:v>0.24093999999999999</c:v>
                </c:pt>
                <c:pt idx="134">
                  <c:v>0.25457000000000002</c:v>
                </c:pt>
                <c:pt idx="135">
                  <c:v>0.26845000000000002</c:v>
                </c:pt>
                <c:pt idx="136">
                  <c:v>0.28255000000000002</c:v>
                </c:pt>
                <c:pt idx="137">
                  <c:v>0.29687000000000002</c:v>
                </c:pt>
                <c:pt idx="138">
                  <c:v>0.31140000000000001</c:v>
                </c:pt>
                <c:pt idx="139">
                  <c:v>0.32611000000000001</c:v>
                </c:pt>
                <c:pt idx="140">
                  <c:v>0.34099000000000002</c:v>
                </c:pt>
                <c:pt idx="141">
                  <c:v>0.35604000000000002</c:v>
                </c:pt>
                <c:pt idx="142">
                  <c:v>0.37123</c:v>
                </c:pt>
                <c:pt idx="143">
                  <c:v>0.38653999999999999</c:v>
                </c:pt>
                <c:pt idx="144">
                  <c:v>0.40196999999999999</c:v>
                </c:pt>
                <c:pt idx="145">
                  <c:v>0.41749999999999998</c:v>
                </c:pt>
                <c:pt idx="146">
                  <c:v>0.43310999999999999</c:v>
                </c:pt>
                <c:pt idx="147">
                  <c:v>0.44878000000000001</c:v>
                </c:pt>
                <c:pt idx="148">
                  <c:v>0.46450999999999998</c:v>
                </c:pt>
                <c:pt idx="149">
                  <c:v>0.48026999999999997</c:v>
                </c:pt>
                <c:pt idx="150">
                  <c:v>0.49604999999999999</c:v>
                </c:pt>
                <c:pt idx="151">
                  <c:v>0.51183999999999996</c:v>
                </c:pt>
                <c:pt idx="152">
                  <c:v>0.52761000000000002</c:v>
                </c:pt>
                <c:pt idx="153">
                  <c:v>0.54335999999999995</c:v>
                </c:pt>
                <c:pt idx="154">
                  <c:v>0.55906</c:v>
                </c:pt>
                <c:pt idx="155">
                  <c:v>0.57471000000000005</c:v>
                </c:pt>
                <c:pt idx="156">
                  <c:v>0.59028000000000003</c:v>
                </c:pt>
                <c:pt idx="157">
                  <c:v>0.60575999999999997</c:v>
                </c:pt>
                <c:pt idx="158">
                  <c:v>0.62112999999999996</c:v>
                </c:pt>
                <c:pt idx="159">
                  <c:v>0.63637999999999995</c:v>
                </c:pt>
                <c:pt idx="160">
                  <c:v>0.65149999999999997</c:v>
                </c:pt>
                <c:pt idx="161">
                  <c:v>0.66647000000000001</c:v>
                </c:pt>
                <c:pt idx="162">
                  <c:v>0.68127000000000004</c:v>
                </c:pt>
                <c:pt idx="163">
                  <c:v>0.69589000000000001</c:v>
                </c:pt>
                <c:pt idx="164">
                  <c:v>0.71031999999999995</c:v>
                </c:pt>
                <c:pt idx="165">
                  <c:v>0.72453000000000001</c:v>
                </c:pt>
                <c:pt idx="166">
                  <c:v>0.73851999999999995</c:v>
                </c:pt>
                <c:pt idx="167">
                  <c:v>0.75227999999999995</c:v>
                </c:pt>
                <c:pt idx="168">
                  <c:v>0.76578000000000002</c:v>
                </c:pt>
                <c:pt idx="169">
                  <c:v>0.77900999999999998</c:v>
                </c:pt>
                <c:pt idx="170">
                  <c:v>0.79196999999999995</c:v>
                </c:pt>
                <c:pt idx="171">
                  <c:v>0.80464000000000002</c:v>
                </c:pt>
                <c:pt idx="172">
                  <c:v>0.81701000000000001</c:v>
                </c:pt>
                <c:pt idx="173">
                  <c:v>0.82904999999999995</c:v>
                </c:pt>
                <c:pt idx="174">
                  <c:v>0.84077000000000002</c:v>
                </c:pt>
                <c:pt idx="175">
                  <c:v>0.85216000000000003</c:v>
                </c:pt>
                <c:pt idx="176">
                  <c:v>0.86317999999999995</c:v>
                </c:pt>
                <c:pt idx="177">
                  <c:v>0.87385000000000002</c:v>
                </c:pt>
                <c:pt idx="178">
                  <c:v>0.88414999999999999</c:v>
                </c:pt>
                <c:pt idx="179">
                  <c:v>0.89405999999999997</c:v>
                </c:pt>
                <c:pt idx="180">
                  <c:v>0.90358000000000005</c:v>
                </c:pt>
                <c:pt idx="181">
                  <c:v>0.91269999999999996</c:v>
                </c:pt>
                <c:pt idx="182">
                  <c:v>0.9214</c:v>
                </c:pt>
                <c:pt idx="183">
                  <c:v>0.92969000000000002</c:v>
                </c:pt>
                <c:pt idx="184">
                  <c:v>0.93754000000000004</c:v>
                </c:pt>
                <c:pt idx="185">
                  <c:v>0.94496000000000002</c:v>
                </c:pt>
                <c:pt idx="186">
                  <c:v>0.95194000000000001</c:v>
                </c:pt>
                <c:pt idx="187">
                  <c:v>0.95847000000000004</c:v>
                </c:pt>
                <c:pt idx="188">
                  <c:v>0.96453999999999995</c:v>
                </c:pt>
                <c:pt idx="189">
                  <c:v>0.97014999999999996</c:v>
                </c:pt>
                <c:pt idx="190">
                  <c:v>0.97528000000000004</c:v>
                </c:pt>
                <c:pt idx="191">
                  <c:v>0.97994999999999999</c:v>
                </c:pt>
                <c:pt idx="192">
                  <c:v>0.98412999999999995</c:v>
                </c:pt>
                <c:pt idx="193">
                  <c:v>0.98784000000000005</c:v>
                </c:pt>
                <c:pt idx="194">
                  <c:v>0.99104999999999999</c:v>
                </c:pt>
                <c:pt idx="195">
                  <c:v>0.99378</c:v>
                </c:pt>
                <c:pt idx="196">
                  <c:v>0.99602000000000002</c:v>
                </c:pt>
                <c:pt idx="197">
                  <c:v>0.99775999999999998</c:v>
                </c:pt>
                <c:pt idx="198">
                  <c:v>0.999</c:v>
                </c:pt>
                <c:pt idx="199">
                  <c:v>0.99975000000000003</c:v>
                </c:pt>
                <c:pt idx="200">
                  <c:v>1</c:v>
                </c:pt>
              </c:numCache>
            </c:numRef>
          </c:xVal>
          <c:yVal>
            <c:numRef>
              <c:f>'surface 001'!$I$2:$I$202</c:f>
              <c:numCache>
                <c:formatCode>General</c:formatCode>
                <c:ptCount val="201"/>
                <c:pt idx="0">
                  <c:v>0.88456599999999996</c:v>
                </c:pt>
                <c:pt idx="1">
                  <c:v>0.567944</c:v>
                </c:pt>
                <c:pt idx="2">
                  <c:v>0.51373400000000002</c:v>
                </c:pt>
                <c:pt idx="3">
                  <c:v>0.45682899999999999</c:v>
                </c:pt>
                <c:pt idx="4">
                  <c:v>0.41737999999999997</c:v>
                </c:pt>
                <c:pt idx="5">
                  <c:v>0.38676100000000002</c:v>
                </c:pt>
                <c:pt idx="6">
                  <c:v>0.35971599999999998</c:v>
                </c:pt>
                <c:pt idx="7">
                  <c:v>0.33562900000000001</c:v>
                </c:pt>
                <c:pt idx="8">
                  <c:v>0.31347399999999997</c:v>
                </c:pt>
                <c:pt idx="9">
                  <c:v>0.292875</c:v>
                </c:pt>
                <c:pt idx="10">
                  <c:v>0.27352199999999999</c:v>
                </c:pt>
                <c:pt idx="11">
                  <c:v>0.255166</c:v>
                </c:pt>
                <c:pt idx="12">
                  <c:v>0.23769699999999999</c:v>
                </c:pt>
                <c:pt idx="13">
                  <c:v>0.22098100000000001</c:v>
                </c:pt>
                <c:pt idx="14">
                  <c:v>0.204957</c:v>
                </c:pt>
                <c:pt idx="15">
                  <c:v>0.18956100000000001</c:v>
                </c:pt>
                <c:pt idx="16">
                  <c:v>0.17474200000000001</c:v>
                </c:pt>
                <c:pt idx="17">
                  <c:v>0.16045100000000001</c:v>
                </c:pt>
                <c:pt idx="18">
                  <c:v>0.146671</c:v>
                </c:pt>
                <c:pt idx="19">
                  <c:v>0.13336999999999999</c:v>
                </c:pt>
                <c:pt idx="20">
                  <c:v>0.120534</c:v>
                </c:pt>
                <c:pt idx="21">
                  <c:v>0.108172</c:v>
                </c:pt>
                <c:pt idx="22">
                  <c:v>9.6238799999999999E-2</c:v>
                </c:pt>
                <c:pt idx="23">
                  <c:v>8.4794900000000006E-2</c:v>
                </c:pt>
                <c:pt idx="24">
                  <c:v>7.3787000000000005E-2</c:v>
                </c:pt>
                <c:pt idx="25">
                  <c:v>6.3288300000000006E-2</c:v>
                </c:pt>
                <c:pt idx="26">
                  <c:v>5.3275900000000001E-2</c:v>
                </c:pt>
                <c:pt idx="27">
                  <c:v>4.3825299999999998E-2</c:v>
                </c:pt>
                <c:pt idx="28">
                  <c:v>3.4918499999999998E-2</c:v>
                </c:pt>
                <c:pt idx="29">
                  <c:v>2.66307E-2</c:v>
                </c:pt>
                <c:pt idx="30">
                  <c:v>1.9027800000000001E-2</c:v>
                </c:pt>
                <c:pt idx="31">
                  <c:v>1.2238199999999999E-2</c:v>
                </c:pt>
                <c:pt idx="32">
                  <c:v>6.1915900000000003E-3</c:v>
                </c:pt>
                <c:pt idx="33">
                  <c:v>1.2809799999999999E-3</c:v>
                </c:pt>
                <c:pt idx="34">
                  <c:v>-1.4977499999999999E-3</c:v>
                </c:pt>
                <c:pt idx="35">
                  <c:v>-2.7097699999999998E-3</c:v>
                </c:pt>
                <c:pt idx="36">
                  <c:v>-7.8073700000000001E-3</c:v>
                </c:pt>
                <c:pt idx="37">
                  <c:v>-9.8095200000000004E-3</c:v>
                </c:pt>
                <c:pt idx="38">
                  <c:v>2.0895299999999999E-2</c:v>
                </c:pt>
                <c:pt idx="39">
                  <c:v>3.2497499999999999E-2</c:v>
                </c:pt>
                <c:pt idx="40">
                  <c:v>-0.289358</c:v>
                </c:pt>
                <c:pt idx="41">
                  <c:v>-0.91850699999999996</c:v>
                </c:pt>
                <c:pt idx="42">
                  <c:v>-1.1106100000000001</c:v>
                </c:pt>
                <c:pt idx="43">
                  <c:v>-1.1142399999999999</c:v>
                </c:pt>
                <c:pt idx="44">
                  <c:v>-1.1089</c:v>
                </c:pt>
                <c:pt idx="45">
                  <c:v>-1.1111200000000001</c:v>
                </c:pt>
                <c:pt idx="46">
                  <c:v>-1.1137300000000001</c:v>
                </c:pt>
                <c:pt idx="47">
                  <c:v>-1.1110800000000001</c:v>
                </c:pt>
                <c:pt idx="48">
                  <c:v>-1.10765</c:v>
                </c:pt>
                <c:pt idx="49">
                  <c:v>-1.1039399999999999</c:v>
                </c:pt>
                <c:pt idx="50">
                  <c:v>-1.0996999999999999</c:v>
                </c:pt>
                <c:pt idx="51">
                  <c:v>-1.09432</c:v>
                </c:pt>
                <c:pt idx="52">
                  <c:v>-1.08839</c:v>
                </c:pt>
                <c:pt idx="53">
                  <c:v>-1.08196</c:v>
                </c:pt>
                <c:pt idx="54">
                  <c:v>-1.0755300000000001</c:v>
                </c:pt>
                <c:pt idx="55">
                  <c:v>-1.0692200000000001</c:v>
                </c:pt>
                <c:pt idx="56">
                  <c:v>-1.0628299999999999</c:v>
                </c:pt>
                <c:pt idx="57">
                  <c:v>-1.05579</c:v>
                </c:pt>
                <c:pt idx="58">
                  <c:v>-1.04782</c:v>
                </c:pt>
                <c:pt idx="59">
                  <c:v>-1.03918</c:v>
                </c:pt>
                <c:pt idx="60">
                  <c:v>-1.0303500000000001</c:v>
                </c:pt>
                <c:pt idx="61">
                  <c:v>-1.02136</c:v>
                </c:pt>
                <c:pt idx="62">
                  <c:v>-1.0122199999999999</c:v>
                </c:pt>
                <c:pt idx="63">
                  <c:v>-1.0027299999999999</c:v>
                </c:pt>
                <c:pt idx="64">
                  <c:v>-0.99276900000000001</c:v>
                </c:pt>
                <c:pt idx="65">
                  <c:v>-0.98199700000000001</c:v>
                </c:pt>
                <c:pt idx="66">
                  <c:v>-0.96994100000000005</c:v>
                </c:pt>
                <c:pt idx="67">
                  <c:v>-0.95635099999999995</c:v>
                </c:pt>
                <c:pt idx="68">
                  <c:v>-0.94117700000000004</c:v>
                </c:pt>
                <c:pt idx="69">
                  <c:v>-0.92506999999999995</c:v>
                </c:pt>
                <c:pt idx="70">
                  <c:v>-0.90863899999999997</c:v>
                </c:pt>
                <c:pt idx="71">
                  <c:v>-0.89199700000000004</c:v>
                </c:pt>
                <c:pt idx="72">
                  <c:v>-0.87419800000000003</c:v>
                </c:pt>
                <c:pt idx="73">
                  <c:v>-0.85458999999999996</c:v>
                </c:pt>
                <c:pt idx="74">
                  <c:v>-0.83340599999999998</c:v>
                </c:pt>
                <c:pt idx="75">
                  <c:v>-0.81196699999999999</c:v>
                </c:pt>
                <c:pt idx="76">
                  <c:v>-0.79038200000000003</c:v>
                </c:pt>
                <c:pt idx="77">
                  <c:v>-0.76765300000000003</c:v>
                </c:pt>
                <c:pt idx="78">
                  <c:v>-0.74261500000000003</c:v>
                </c:pt>
                <c:pt idx="79">
                  <c:v>-0.71509199999999995</c:v>
                </c:pt>
                <c:pt idx="80">
                  <c:v>-0.68547499999999995</c:v>
                </c:pt>
                <c:pt idx="81">
                  <c:v>-0.65398900000000004</c:v>
                </c:pt>
                <c:pt idx="82">
                  <c:v>-0.62042399999999998</c:v>
                </c:pt>
                <c:pt idx="83">
                  <c:v>-0.58417300000000005</c:v>
                </c:pt>
                <c:pt idx="84">
                  <c:v>-0.54406600000000005</c:v>
                </c:pt>
                <c:pt idx="85">
                  <c:v>-0.49895400000000001</c:v>
                </c:pt>
                <c:pt idx="86">
                  <c:v>-0.44800699999999999</c:v>
                </c:pt>
                <c:pt idx="87">
                  <c:v>-0.39021400000000001</c:v>
                </c:pt>
                <c:pt idx="88">
                  <c:v>-0.32378899999999999</c:v>
                </c:pt>
                <c:pt idx="89">
                  <c:v>-0.246499</c:v>
                </c:pt>
                <c:pt idx="90">
                  <c:v>-0.15559000000000001</c:v>
                </c:pt>
                <c:pt idx="91">
                  <c:v>-4.8175200000000001E-2</c:v>
                </c:pt>
                <c:pt idx="92">
                  <c:v>7.9312400000000005E-2</c:v>
                </c:pt>
                <c:pt idx="93">
                  <c:v>0.22995699999999999</c:v>
                </c:pt>
                <c:pt idx="94">
                  <c:v>0.404505</c:v>
                </c:pt>
                <c:pt idx="95">
                  <c:v>0.59754300000000005</c:v>
                </c:pt>
                <c:pt idx="96">
                  <c:v>0.79123500000000002</c:v>
                </c:pt>
                <c:pt idx="97">
                  <c:v>0.99861200000000006</c:v>
                </c:pt>
                <c:pt idx="98">
                  <c:v>1.1087899999999999</c:v>
                </c:pt>
                <c:pt idx="99">
                  <c:v>1.12575</c:v>
                </c:pt>
                <c:pt idx="101">
                  <c:v>1.1657999999999999</c:v>
                </c:pt>
                <c:pt idx="102">
                  <c:v>1.14686</c:v>
                </c:pt>
                <c:pt idx="103">
                  <c:v>1.0430600000000001</c:v>
                </c:pt>
                <c:pt idx="104">
                  <c:v>0.91976899999999995</c:v>
                </c:pt>
                <c:pt idx="105">
                  <c:v>0.77420100000000003</c:v>
                </c:pt>
                <c:pt idx="106">
                  <c:v>0.63175400000000004</c:v>
                </c:pt>
                <c:pt idx="107">
                  <c:v>0.49885299999999999</c:v>
                </c:pt>
                <c:pt idx="108">
                  <c:v>0.37906499999999999</c:v>
                </c:pt>
                <c:pt idx="109">
                  <c:v>0.27313399999999999</c:v>
                </c:pt>
                <c:pt idx="110">
                  <c:v>0.180231</c:v>
                </c:pt>
                <c:pt idx="111">
                  <c:v>9.8478800000000005E-2</c:v>
                </c:pt>
                <c:pt idx="112">
                  <c:v>2.6284999999999999E-2</c:v>
                </c:pt>
                <c:pt idx="113">
                  <c:v>-3.7911800000000002E-2</c:v>
                </c:pt>
                <c:pt idx="114">
                  <c:v>-9.5370700000000003E-2</c:v>
                </c:pt>
                <c:pt idx="115">
                  <c:v>-0.147093</c:v>
                </c:pt>
                <c:pt idx="116">
                  <c:v>-0.19395100000000001</c:v>
                </c:pt>
                <c:pt idx="117">
                  <c:v>-0.236843</c:v>
                </c:pt>
                <c:pt idx="118">
                  <c:v>-0.27627299999999999</c:v>
                </c:pt>
                <c:pt idx="119">
                  <c:v>-0.31261899999999998</c:v>
                </c:pt>
                <c:pt idx="120">
                  <c:v>-0.34626400000000002</c:v>
                </c:pt>
                <c:pt idx="121">
                  <c:v>-0.37740600000000002</c:v>
                </c:pt>
                <c:pt idx="122">
                  <c:v>-0.40624900000000003</c:v>
                </c:pt>
                <c:pt idx="123">
                  <c:v>-0.43289100000000003</c:v>
                </c:pt>
                <c:pt idx="124">
                  <c:v>-0.45759100000000003</c:v>
                </c:pt>
                <c:pt idx="125">
                  <c:v>-0.480848</c:v>
                </c:pt>
                <c:pt idx="126">
                  <c:v>-0.50287199999999999</c:v>
                </c:pt>
                <c:pt idx="127">
                  <c:v>-0.523231</c:v>
                </c:pt>
                <c:pt idx="128">
                  <c:v>-0.54137199999999996</c:v>
                </c:pt>
                <c:pt idx="129">
                  <c:v>-0.557253</c:v>
                </c:pt>
                <c:pt idx="130">
                  <c:v>-0.57157800000000003</c:v>
                </c:pt>
                <c:pt idx="131">
                  <c:v>-0.58502500000000002</c:v>
                </c:pt>
                <c:pt idx="132">
                  <c:v>-0.59769700000000003</c:v>
                </c:pt>
                <c:pt idx="133">
                  <c:v>-0.60916000000000003</c:v>
                </c:pt>
                <c:pt idx="134">
                  <c:v>-0.61918899999999999</c:v>
                </c:pt>
                <c:pt idx="135">
                  <c:v>-0.62837799999999999</c:v>
                </c:pt>
                <c:pt idx="136">
                  <c:v>-0.63841099999999995</c:v>
                </c:pt>
                <c:pt idx="137">
                  <c:v>-0.64859199999999995</c:v>
                </c:pt>
                <c:pt idx="138">
                  <c:v>-0.65020199999999995</c:v>
                </c:pt>
                <c:pt idx="139">
                  <c:v>-0.62309999999999999</c:v>
                </c:pt>
                <c:pt idx="140">
                  <c:v>-0.54920400000000003</c:v>
                </c:pt>
                <c:pt idx="141">
                  <c:v>-0.45266299999999998</c:v>
                </c:pt>
                <c:pt idx="142">
                  <c:v>-0.39266600000000002</c:v>
                </c:pt>
                <c:pt idx="143">
                  <c:v>-0.37845000000000001</c:v>
                </c:pt>
                <c:pt idx="144">
                  <c:v>-0.38272800000000001</c:v>
                </c:pt>
                <c:pt idx="145">
                  <c:v>-0.38180900000000001</c:v>
                </c:pt>
                <c:pt idx="146">
                  <c:v>-0.36971100000000001</c:v>
                </c:pt>
                <c:pt idx="147">
                  <c:v>-0.351433</c:v>
                </c:pt>
                <c:pt idx="148">
                  <c:v>-0.33300000000000002</c:v>
                </c:pt>
                <c:pt idx="149">
                  <c:v>-0.31654399999999999</c:v>
                </c:pt>
                <c:pt idx="150">
                  <c:v>-0.30110799999999999</c:v>
                </c:pt>
                <c:pt idx="151">
                  <c:v>-0.28580499999999998</c:v>
                </c:pt>
                <c:pt idx="152">
                  <c:v>-0.270511</c:v>
                </c:pt>
                <c:pt idx="153">
                  <c:v>-0.25539400000000001</c:v>
                </c:pt>
                <c:pt idx="154">
                  <c:v>-0.24049400000000001</c:v>
                </c:pt>
                <c:pt idx="155">
                  <c:v>-0.22584000000000001</c:v>
                </c:pt>
                <c:pt idx="156">
                  <c:v>-0.21141199999999999</c:v>
                </c:pt>
                <c:pt idx="157">
                  <c:v>-0.197246</c:v>
                </c:pt>
                <c:pt idx="158">
                  <c:v>-0.18332100000000001</c:v>
                </c:pt>
                <c:pt idx="159">
                  <c:v>-0.16964199999999999</c:v>
                </c:pt>
                <c:pt idx="160">
                  <c:v>-0.15615499999999999</c:v>
                </c:pt>
                <c:pt idx="161">
                  <c:v>-0.14285200000000001</c:v>
                </c:pt>
                <c:pt idx="162">
                  <c:v>-0.12970599999999999</c:v>
                </c:pt>
                <c:pt idx="163">
                  <c:v>-0.116671</c:v>
                </c:pt>
                <c:pt idx="164">
                  <c:v>-0.103756</c:v>
                </c:pt>
                <c:pt idx="165">
                  <c:v>-9.0871800000000003E-2</c:v>
                </c:pt>
                <c:pt idx="166">
                  <c:v>-7.8053399999999995E-2</c:v>
                </c:pt>
                <c:pt idx="167">
                  <c:v>-6.5265900000000002E-2</c:v>
                </c:pt>
                <c:pt idx="168">
                  <c:v>-5.25271E-2</c:v>
                </c:pt>
                <c:pt idx="169">
                  <c:v>-3.9818199999999998E-2</c:v>
                </c:pt>
                <c:pt idx="170">
                  <c:v>-2.7057399999999999E-2</c:v>
                </c:pt>
                <c:pt idx="171">
                  <c:v>-1.4195599999999999E-2</c:v>
                </c:pt>
                <c:pt idx="172">
                  <c:v>-1.21788E-3</c:v>
                </c:pt>
                <c:pt idx="173">
                  <c:v>1.18747E-2</c:v>
                </c:pt>
                <c:pt idx="174">
                  <c:v>2.5099400000000001E-2</c:v>
                </c:pt>
                <c:pt idx="175">
                  <c:v>3.8475799999999998E-2</c:v>
                </c:pt>
                <c:pt idx="176">
                  <c:v>5.2026900000000001E-2</c:v>
                </c:pt>
                <c:pt idx="177">
                  <c:v>6.5771800000000005E-2</c:v>
                </c:pt>
                <c:pt idx="178">
                  <c:v>7.9776100000000003E-2</c:v>
                </c:pt>
                <c:pt idx="179">
                  <c:v>9.4038700000000003E-2</c:v>
                </c:pt>
                <c:pt idx="180">
                  <c:v>0.108614</c:v>
                </c:pt>
                <c:pt idx="181">
                  <c:v>0.123533</c:v>
                </c:pt>
                <c:pt idx="182">
                  <c:v>0.13881299999999999</c:v>
                </c:pt>
                <c:pt idx="183">
                  <c:v>0.15450900000000001</c:v>
                </c:pt>
                <c:pt idx="184">
                  <c:v>0.170649</c:v>
                </c:pt>
                <c:pt idx="185">
                  <c:v>0.187303</c:v>
                </c:pt>
                <c:pt idx="186">
                  <c:v>0.20455000000000001</c:v>
                </c:pt>
                <c:pt idx="187">
                  <c:v>0.22246199999999999</c:v>
                </c:pt>
                <c:pt idx="188">
                  <c:v>0.24113399999999999</c:v>
                </c:pt>
                <c:pt idx="189">
                  <c:v>0.26070300000000002</c:v>
                </c:pt>
                <c:pt idx="190">
                  <c:v>0.28132800000000002</c:v>
                </c:pt>
                <c:pt idx="191">
                  <c:v>0.30326999999999998</c:v>
                </c:pt>
                <c:pt idx="192">
                  <c:v>0.326876</c:v>
                </c:pt>
                <c:pt idx="193">
                  <c:v>0.35259400000000002</c:v>
                </c:pt>
                <c:pt idx="194">
                  <c:v>0.38157200000000002</c:v>
                </c:pt>
                <c:pt idx="195">
                  <c:v>0.414072</c:v>
                </c:pt>
                <c:pt idx="196">
                  <c:v>0.45728400000000002</c:v>
                </c:pt>
                <c:pt idx="197">
                  <c:v>0.51698200000000005</c:v>
                </c:pt>
                <c:pt idx="198">
                  <c:v>0.57316500000000004</c:v>
                </c:pt>
                <c:pt idx="199">
                  <c:v>0.93656700000000004</c:v>
                </c:pt>
                <c:pt idx="200">
                  <c:v>0.75493399999999999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47C-4DB6-8322-0950F2C1A0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50438784"/>
        <c:axId val="1650415744"/>
      </c:scatterChart>
      <c:valAx>
        <c:axId val="1650438784"/>
        <c:scaling>
          <c:orientation val="minMax"/>
          <c:max val="1"/>
          <c:min val="0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50415744"/>
        <c:crosses val="autoZero"/>
        <c:crossBetween val="midCat"/>
      </c:valAx>
      <c:valAx>
        <c:axId val="1650415744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504387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SU</a:t>
            </a:r>
            <a:r>
              <a:rPr lang="en-US" altLang="ko-KR" baseline="0"/>
              <a:t> 2</a:t>
            </a:r>
            <a:endParaRPr lang="en-US" alt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su2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'[1]surface 032'!$H$2:$H$202</c:f>
              <c:numCache>
                <c:formatCode>General</c:formatCode>
                <c:ptCount val="201"/>
                <c:pt idx="0">
                  <c:v>0.99975000000000003</c:v>
                </c:pt>
                <c:pt idx="1">
                  <c:v>0.999</c:v>
                </c:pt>
                <c:pt idx="2">
                  <c:v>0.99775999999999998</c:v>
                </c:pt>
                <c:pt idx="3">
                  <c:v>0.99602000000000002</c:v>
                </c:pt>
                <c:pt idx="4">
                  <c:v>0.99378</c:v>
                </c:pt>
                <c:pt idx="5">
                  <c:v>0.99104999999999999</c:v>
                </c:pt>
                <c:pt idx="6">
                  <c:v>0.98784000000000005</c:v>
                </c:pt>
                <c:pt idx="7">
                  <c:v>0.98412999999999995</c:v>
                </c:pt>
                <c:pt idx="8">
                  <c:v>0.97994999999999999</c:v>
                </c:pt>
                <c:pt idx="9">
                  <c:v>0.97528000000000004</c:v>
                </c:pt>
                <c:pt idx="10">
                  <c:v>0.97014999999999996</c:v>
                </c:pt>
                <c:pt idx="11">
                  <c:v>0.96453999999999995</c:v>
                </c:pt>
                <c:pt idx="12">
                  <c:v>0.95847000000000004</c:v>
                </c:pt>
                <c:pt idx="13">
                  <c:v>0.95194000000000001</c:v>
                </c:pt>
                <c:pt idx="14">
                  <c:v>0.94496000000000002</c:v>
                </c:pt>
                <c:pt idx="15">
                  <c:v>0.93754000000000004</c:v>
                </c:pt>
                <c:pt idx="16">
                  <c:v>0.92969000000000002</c:v>
                </c:pt>
                <c:pt idx="17">
                  <c:v>0.9214</c:v>
                </c:pt>
                <c:pt idx="18">
                  <c:v>0.91269999999999996</c:v>
                </c:pt>
                <c:pt idx="19">
                  <c:v>0.90358000000000005</c:v>
                </c:pt>
                <c:pt idx="20">
                  <c:v>0.89405999999999997</c:v>
                </c:pt>
                <c:pt idx="21">
                  <c:v>0.88414999999999999</c:v>
                </c:pt>
                <c:pt idx="22">
                  <c:v>0.87385000000000002</c:v>
                </c:pt>
                <c:pt idx="23">
                  <c:v>0.86317999999999995</c:v>
                </c:pt>
                <c:pt idx="24">
                  <c:v>0.85216000000000003</c:v>
                </c:pt>
                <c:pt idx="25">
                  <c:v>0.84077000000000002</c:v>
                </c:pt>
                <c:pt idx="26">
                  <c:v>0.82904999999999995</c:v>
                </c:pt>
                <c:pt idx="27">
                  <c:v>0.81701000000000001</c:v>
                </c:pt>
                <c:pt idx="28">
                  <c:v>0.80464000000000002</c:v>
                </c:pt>
                <c:pt idx="29">
                  <c:v>0.79196999999999995</c:v>
                </c:pt>
                <c:pt idx="30">
                  <c:v>0.77900999999999998</c:v>
                </c:pt>
                <c:pt idx="31">
                  <c:v>0.76578000000000002</c:v>
                </c:pt>
                <c:pt idx="32">
                  <c:v>0.75227999999999995</c:v>
                </c:pt>
                <c:pt idx="33">
                  <c:v>0.73851999999999995</c:v>
                </c:pt>
                <c:pt idx="34">
                  <c:v>0.72453000000000001</c:v>
                </c:pt>
                <c:pt idx="35">
                  <c:v>0.71031999999999995</c:v>
                </c:pt>
                <c:pt idx="36">
                  <c:v>0.69589000000000001</c:v>
                </c:pt>
                <c:pt idx="37">
                  <c:v>0.68127000000000004</c:v>
                </c:pt>
                <c:pt idx="38">
                  <c:v>0.66647000000000001</c:v>
                </c:pt>
                <c:pt idx="39">
                  <c:v>0.65149999999999997</c:v>
                </c:pt>
                <c:pt idx="40">
                  <c:v>0.63637999999999995</c:v>
                </c:pt>
                <c:pt idx="41">
                  <c:v>0.62112999999999996</c:v>
                </c:pt>
                <c:pt idx="42">
                  <c:v>0.60575999999999997</c:v>
                </c:pt>
                <c:pt idx="43">
                  <c:v>0.59028000000000003</c:v>
                </c:pt>
                <c:pt idx="44">
                  <c:v>0.57471000000000005</c:v>
                </c:pt>
                <c:pt idx="45">
                  <c:v>0.55906</c:v>
                </c:pt>
                <c:pt idx="46">
                  <c:v>0.54335999999999995</c:v>
                </c:pt>
                <c:pt idx="47">
                  <c:v>0.52761000000000002</c:v>
                </c:pt>
                <c:pt idx="48">
                  <c:v>0.51183999999999996</c:v>
                </c:pt>
                <c:pt idx="49">
                  <c:v>0.49604999999999999</c:v>
                </c:pt>
                <c:pt idx="50">
                  <c:v>0.48026999999999997</c:v>
                </c:pt>
                <c:pt idx="51">
                  <c:v>0.46450999999999998</c:v>
                </c:pt>
                <c:pt idx="52">
                  <c:v>0.44878000000000001</c:v>
                </c:pt>
                <c:pt idx="53">
                  <c:v>0.43310999999999999</c:v>
                </c:pt>
                <c:pt idx="54">
                  <c:v>0.41749999999999998</c:v>
                </c:pt>
                <c:pt idx="55">
                  <c:v>0.40196999999999999</c:v>
                </c:pt>
                <c:pt idx="56">
                  <c:v>0.38653999999999999</c:v>
                </c:pt>
                <c:pt idx="57">
                  <c:v>0.37123</c:v>
                </c:pt>
                <c:pt idx="58">
                  <c:v>0.35604000000000002</c:v>
                </c:pt>
                <c:pt idx="59">
                  <c:v>0.34099000000000002</c:v>
                </c:pt>
                <c:pt idx="60">
                  <c:v>0.32611000000000001</c:v>
                </c:pt>
                <c:pt idx="61">
                  <c:v>0.31140000000000001</c:v>
                </c:pt>
                <c:pt idx="62">
                  <c:v>0.29687000000000002</c:v>
                </c:pt>
                <c:pt idx="63">
                  <c:v>0.28255000000000002</c:v>
                </c:pt>
                <c:pt idx="64">
                  <c:v>0.26845000000000002</c:v>
                </c:pt>
                <c:pt idx="65">
                  <c:v>0.25457000000000002</c:v>
                </c:pt>
                <c:pt idx="66">
                  <c:v>0.24093999999999999</c:v>
                </c:pt>
                <c:pt idx="67">
                  <c:v>0.22756999999999999</c:v>
                </c:pt>
                <c:pt idx="68">
                  <c:v>0.21446999999999999</c:v>
                </c:pt>
                <c:pt idx="69">
                  <c:v>0.20166000000000001</c:v>
                </c:pt>
                <c:pt idx="70">
                  <c:v>0.18914</c:v>
                </c:pt>
                <c:pt idx="71">
                  <c:v>0.17693</c:v>
                </c:pt>
                <c:pt idx="72">
                  <c:v>0.16503999999999999</c:v>
                </c:pt>
                <c:pt idx="73">
                  <c:v>0.15348999999999999</c:v>
                </c:pt>
                <c:pt idx="74">
                  <c:v>0.14229</c:v>
                </c:pt>
                <c:pt idx="75">
                  <c:v>0.13144</c:v>
                </c:pt>
                <c:pt idx="76">
                  <c:v>0.12095</c:v>
                </c:pt>
                <c:pt idx="77">
                  <c:v>0.11085</c:v>
                </c:pt>
                <c:pt idx="78">
                  <c:v>0.10113</c:v>
                </c:pt>
                <c:pt idx="79">
                  <c:v>9.1810000000000003E-2</c:v>
                </c:pt>
                <c:pt idx="80">
                  <c:v>8.2900000000000001E-2</c:v>
                </c:pt>
                <c:pt idx="81">
                  <c:v>7.4399999999999994E-2</c:v>
                </c:pt>
                <c:pt idx="82">
                  <c:v>6.633E-2</c:v>
                </c:pt>
                <c:pt idx="83">
                  <c:v>5.8689999999999999E-2</c:v>
                </c:pt>
                <c:pt idx="84">
                  <c:v>5.1490000000000001E-2</c:v>
                </c:pt>
                <c:pt idx="85">
                  <c:v>4.4740000000000002E-2</c:v>
                </c:pt>
                <c:pt idx="86">
                  <c:v>3.8440000000000002E-2</c:v>
                </c:pt>
                <c:pt idx="87">
                  <c:v>3.2599999999999997E-2</c:v>
                </c:pt>
                <c:pt idx="88">
                  <c:v>2.7230000000000001E-2</c:v>
                </c:pt>
                <c:pt idx="89">
                  <c:v>2.232E-2</c:v>
                </c:pt>
                <c:pt idx="90">
                  <c:v>1.7899999999999999E-2</c:v>
                </c:pt>
                <c:pt idx="91">
                  <c:v>1.3950000000000001E-2</c:v>
                </c:pt>
                <c:pt idx="92">
                  <c:v>1.0489999999999999E-2</c:v>
                </c:pt>
                <c:pt idx="93">
                  <c:v>7.5199999999999998E-3</c:v>
                </c:pt>
                <c:pt idx="94">
                  <c:v>5.0400000000000002E-3</c:v>
                </c:pt>
                <c:pt idx="95">
                  <c:v>3.0500000000000002E-3</c:v>
                </c:pt>
                <c:pt idx="96">
                  <c:v>1.56E-3</c:v>
                </c:pt>
                <c:pt idx="97">
                  <c:v>5.5999999999999995E-4</c:v>
                </c:pt>
                <c:pt idx="98">
                  <c:v>6.0000000000000002E-5</c:v>
                </c:pt>
                <c:pt idx="99">
                  <c:v>0</c:v>
                </c:pt>
                <c:pt idx="101">
                  <c:v>6.0000000000000002E-5</c:v>
                </c:pt>
                <c:pt idx="102">
                  <c:v>5.5999999999999995E-4</c:v>
                </c:pt>
                <c:pt idx="103">
                  <c:v>1.56E-3</c:v>
                </c:pt>
                <c:pt idx="104">
                  <c:v>3.0500000000000002E-3</c:v>
                </c:pt>
                <c:pt idx="105">
                  <c:v>5.0400000000000002E-3</c:v>
                </c:pt>
                <c:pt idx="106">
                  <c:v>7.5199999999999998E-3</c:v>
                </c:pt>
                <c:pt idx="107">
                  <c:v>1.0489999999999999E-2</c:v>
                </c:pt>
                <c:pt idx="108">
                  <c:v>1.3950000000000001E-2</c:v>
                </c:pt>
                <c:pt idx="109">
                  <c:v>1.7899999999999999E-2</c:v>
                </c:pt>
                <c:pt idx="110">
                  <c:v>2.232E-2</c:v>
                </c:pt>
                <c:pt idx="111">
                  <c:v>2.7230000000000001E-2</c:v>
                </c:pt>
                <c:pt idx="112">
                  <c:v>3.2599999999999997E-2</c:v>
                </c:pt>
                <c:pt idx="113">
                  <c:v>3.8440000000000002E-2</c:v>
                </c:pt>
                <c:pt idx="114">
                  <c:v>4.4740000000000002E-2</c:v>
                </c:pt>
                <c:pt idx="115">
                  <c:v>5.1490000000000001E-2</c:v>
                </c:pt>
                <c:pt idx="116">
                  <c:v>5.8689999999999999E-2</c:v>
                </c:pt>
                <c:pt idx="117">
                  <c:v>6.633E-2</c:v>
                </c:pt>
                <c:pt idx="118">
                  <c:v>7.4399999999999994E-2</c:v>
                </c:pt>
                <c:pt idx="119">
                  <c:v>8.2900000000000001E-2</c:v>
                </c:pt>
                <c:pt idx="120">
                  <c:v>9.1810000000000003E-2</c:v>
                </c:pt>
                <c:pt idx="121">
                  <c:v>0.10113</c:v>
                </c:pt>
                <c:pt idx="122">
                  <c:v>0.11085</c:v>
                </c:pt>
                <c:pt idx="123">
                  <c:v>0.12095</c:v>
                </c:pt>
                <c:pt idx="124">
                  <c:v>0.13144</c:v>
                </c:pt>
                <c:pt idx="125">
                  <c:v>0.14229</c:v>
                </c:pt>
                <c:pt idx="126">
                  <c:v>0.15348999999999999</c:v>
                </c:pt>
                <c:pt idx="127">
                  <c:v>0.16503999999999999</c:v>
                </c:pt>
                <c:pt idx="128">
                  <c:v>0.17693</c:v>
                </c:pt>
                <c:pt idx="129">
                  <c:v>0.18914</c:v>
                </c:pt>
                <c:pt idx="130">
                  <c:v>0.20166000000000001</c:v>
                </c:pt>
                <c:pt idx="131">
                  <c:v>0.21446999999999999</c:v>
                </c:pt>
                <c:pt idx="132">
                  <c:v>0.22756999999999999</c:v>
                </c:pt>
                <c:pt idx="133">
                  <c:v>0.24093999999999999</c:v>
                </c:pt>
                <c:pt idx="134">
                  <c:v>0.25457000000000002</c:v>
                </c:pt>
                <c:pt idx="135">
                  <c:v>0.26845000000000002</c:v>
                </c:pt>
                <c:pt idx="136">
                  <c:v>0.28255000000000002</c:v>
                </c:pt>
                <c:pt idx="137">
                  <c:v>0.29687000000000002</c:v>
                </c:pt>
                <c:pt idx="138">
                  <c:v>0.31140000000000001</c:v>
                </c:pt>
                <c:pt idx="139">
                  <c:v>0.32611000000000001</c:v>
                </c:pt>
                <c:pt idx="140">
                  <c:v>0.34099000000000002</c:v>
                </c:pt>
                <c:pt idx="141">
                  <c:v>0.35604000000000002</c:v>
                </c:pt>
                <c:pt idx="142">
                  <c:v>0.37123</c:v>
                </c:pt>
                <c:pt idx="143">
                  <c:v>0.38653999999999999</c:v>
                </c:pt>
                <c:pt idx="144">
                  <c:v>0.40196999999999999</c:v>
                </c:pt>
                <c:pt idx="145">
                  <c:v>0.41749999999999998</c:v>
                </c:pt>
                <c:pt idx="146">
                  <c:v>0.43310999999999999</c:v>
                </c:pt>
                <c:pt idx="147">
                  <c:v>0.44878000000000001</c:v>
                </c:pt>
                <c:pt idx="148">
                  <c:v>0.46450999999999998</c:v>
                </c:pt>
                <c:pt idx="149">
                  <c:v>0.48026999999999997</c:v>
                </c:pt>
                <c:pt idx="150">
                  <c:v>0.49604999999999999</c:v>
                </c:pt>
                <c:pt idx="151">
                  <c:v>0.51183999999999996</c:v>
                </c:pt>
                <c:pt idx="152">
                  <c:v>0.52761000000000002</c:v>
                </c:pt>
                <c:pt idx="153">
                  <c:v>0.54335999999999995</c:v>
                </c:pt>
                <c:pt idx="154">
                  <c:v>0.55906</c:v>
                </c:pt>
                <c:pt idx="155">
                  <c:v>0.57471000000000005</c:v>
                </c:pt>
                <c:pt idx="156">
                  <c:v>0.59028000000000003</c:v>
                </c:pt>
                <c:pt idx="157">
                  <c:v>0.60575999999999997</c:v>
                </c:pt>
                <c:pt idx="158">
                  <c:v>0.62112999999999996</c:v>
                </c:pt>
                <c:pt idx="159">
                  <c:v>0.63637999999999995</c:v>
                </c:pt>
                <c:pt idx="160">
                  <c:v>0.65149999999999997</c:v>
                </c:pt>
                <c:pt idx="161">
                  <c:v>0.66647000000000001</c:v>
                </c:pt>
                <c:pt idx="162">
                  <c:v>0.68127000000000004</c:v>
                </c:pt>
                <c:pt idx="163">
                  <c:v>0.69589000000000001</c:v>
                </c:pt>
                <c:pt idx="164">
                  <c:v>0.71031999999999995</c:v>
                </c:pt>
                <c:pt idx="165">
                  <c:v>0.72453000000000001</c:v>
                </c:pt>
                <c:pt idx="166">
                  <c:v>0.73851999999999995</c:v>
                </c:pt>
                <c:pt idx="167">
                  <c:v>0.75227999999999995</c:v>
                </c:pt>
                <c:pt idx="168">
                  <c:v>0.76578000000000002</c:v>
                </c:pt>
                <c:pt idx="169">
                  <c:v>0.77900999999999998</c:v>
                </c:pt>
                <c:pt idx="170">
                  <c:v>0.79196999999999995</c:v>
                </c:pt>
                <c:pt idx="171">
                  <c:v>0.80464000000000002</c:v>
                </c:pt>
                <c:pt idx="172">
                  <c:v>0.81701000000000001</c:v>
                </c:pt>
                <c:pt idx="173">
                  <c:v>0.82904999999999995</c:v>
                </c:pt>
                <c:pt idx="174">
                  <c:v>0.84077000000000002</c:v>
                </c:pt>
                <c:pt idx="175">
                  <c:v>0.85216000000000003</c:v>
                </c:pt>
                <c:pt idx="176">
                  <c:v>0.86317999999999995</c:v>
                </c:pt>
                <c:pt idx="177">
                  <c:v>0.87385000000000002</c:v>
                </c:pt>
                <c:pt idx="178">
                  <c:v>0.88414999999999999</c:v>
                </c:pt>
                <c:pt idx="179">
                  <c:v>0.89405999999999997</c:v>
                </c:pt>
                <c:pt idx="180">
                  <c:v>0.90358000000000005</c:v>
                </c:pt>
                <c:pt idx="181">
                  <c:v>0.91269999999999996</c:v>
                </c:pt>
                <c:pt idx="182">
                  <c:v>0.9214</c:v>
                </c:pt>
                <c:pt idx="183">
                  <c:v>0.92969000000000002</c:v>
                </c:pt>
                <c:pt idx="184">
                  <c:v>0.93754000000000004</c:v>
                </c:pt>
                <c:pt idx="185">
                  <c:v>0.94496000000000002</c:v>
                </c:pt>
                <c:pt idx="186">
                  <c:v>0.95194000000000001</c:v>
                </c:pt>
                <c:pt idx="187">
                  <c:v>0.95847000000000004</c:v>
                </c:pt>
                <c:pt idx="188">
                  <c:v>0.96453999999999995</c:v>
                </c:pt>
                <c:pt idx="189">
                  <c:v>0.97014999999999996</c:v>
                </c:pt>
                <c:pt idx="190">
                  <c:v>0.97528000000000004</c:v>
                </c:pt>
                <c:pt idx="191">
                  <c:v>0.97994999999999999</c:v>
                </c:pt>
                <c:pt idx="192">
                  <c:v>0.98412999999999995</c:v>
                </c:pt>
                <c:pt idx="193">
                  <c:v>0.98784000000000005</c:v>
                </c:pt>
                <c:pt idx="194">
                  <c:v>0.99104999999999999</c:v>
                </c:pt>
                <c:pt idx="195">
                  <c:v>0.99378</c:v>
                </c:pt>
                <c:pt idx="196">
                  <c:v>0.99602000000000002</c:v>
                </c:pt>
                <c:pt idx="197">
                  <c:v>0.99775999999999998</c:v>
                </c:pt>
                <c:pt idx="198">
                  <c:v>0.999</c:v>
                </c:pt>
                <c:pt idx="199">
                  <c:v>0.99975000000000003</c:v>
                </c:pt>
                <c:pt idx="200">
                  <c:v>1</c:v>
                </c:pt>
              </c:numCache>
            </c:numRef>
          </c:xVal>
          <c:yVal>
            <c:numRef>
              <c:f>'[1]surface 032'!$I$2:$I$202</c:f>
              <c:numCache>
                <c:formatCode>General</c:formatCode>
                <c:ptCount val="201"/>
                <c:pt idx="0">
                  <c:v>0.96555599999999997</c:v>
                </c:pt>
                <c:pt idx="1">
                  <c:v>0.60231999999999997</c:v>
                </c:pt>
                <c:pt idx="2">
                  <c:v>0.52927900000000005</c:v>
                </c:pt>
                <c:pt idx="3">
                  <c:v>0.44798900000000003</c:v>
                </c:pt>
                <c:pt idx="4">
                  <c:v>0.38257000000000002</c:v>
                </c:pt>
                <c:pt idx="5">
                  <c:v>0.33159699999999998</c:v>
                </c:pt>
                <c:pt idx="6">
                  <c:v>0.29637000000000002</c:v>
                </c:pt>
                <c:pt idx="7">
                  <c:v>0.28276499999999999</c:v>
                </c:pt>
                <c:pt idx="8">
                  <c:v>0.290906</c:v>
                </c:pt>
                <c:pt idx="9">
                  <c:v>0.31481799999999999</c:v>
                </c:pt>
                <c:pt idx="10">
                  <c:v>0.344553</c:v>
                </c:pt>
                <c:pt idx="11">
                  <c:v>0.36980299999999999</c:v>
                </c:pt>
                <c:pt idx="12">
                  <c:v>0.38342500000000002</c:v>
                </c:pt>
                <c:pt idx="13">
                  <c:v>0.38284600000000002</c:v>
                </c:pt>
                <c:pt idx="14">
                  <c:v>0.36919299999999999</c:v>
                </c:pt>
                <c:pt idx="15">
                  <c:v>0.34604800000000002</c:v>
                </c:pt>
                <c:pt idx="16">
                  <c:v>0.31789200000000001</c:v>
                </c:pt>
                <c:pt idx="17">
                  <c:v>0.28890900000000003</c:v>
                </c:pt>
                <c:pt idx="18">
                  <c:v>0.26201200000000002</c:v>
                </c:pt>
                <c:pt idx="19">
                  <c:v>0.238318</c:v>
                </c:pt>
                <c:pt idx="20">
                  <c:v>0.21743499999999999</c:v>
                </c:pt>
                <c:pt idx="21">
                  <c:v>0.19822400000000001</c:v>
                </c:pt>
                <c:pt idx="22">
                  <c:v>0.17933199999999999</c:v>
                </c:pt>
                <c:pt idx="23">
                  <c:v>0.15979299999999999</c:v>
                </c:pt>
                <c:pt idx="24">
                  <c:v>0.138955</c:v>
                </c:pt>
                <c:pt idx="25">
                  <c:v>0.116552</c:v>
                </c:pt>
                <c:pt idx="26">
                  <c:v>9.2616599999999993E-2</c:v>
                </c:pt>
                <c:pt idx="27">
                  <c:v>6.7201800000000006E-2</c:v>
                </c:pt>
                <c:pt idx="28">
                  <c:v>4.0533100000000002E-2</c:v>
                </c:pt>
                <c:pt idx="29">
                  <c:v>1.2786199999999999E-2</c:v>
                </c:pt>
                <c:pt idx="30">
                  <c:v>-1.58301E-2</c:v>
                </c:pt>
                <c:pt idx="31">
                  <c:v>-4.5070100000000002E-2</c:v>
                </c:pt>
                <c:pt idx="32">
                  <c:v>-7.4898999999999993E-2</c:v>
                </c:pt>
                <c:pt idx="33">
                  <c:v>-0.105076</c:v>
                </c:pt>
                <c:pt idx="34">
                  <c:v>-0.135436</c:v>
                </c:pt>
                <c:pt idx="35">
                  <c:v>-0.165854</c:v>
                </c:pt>
                <c:pt idx="36">
                  <c:v>-0.196326</c:v>
                </c:pt>
                <c:pt idx="37">
                  <c:v>-0.226831</c:v>
                </c:pt>
                <c:pt idx="38">
                  <c:v>-0.25667899999999999</c:v>
                </c:pt>
                <c:pt idx="39">
                  <c:v>-0.28503400000000001</c:v>
                </c:pt>
                <c:pt idx="40">
                  <c:v>-0.31227300000000002</c:v>
                </c:pt>
                <c:pt idx="41">
                  <c:v>-0.34046199999999999</c:v>
                </c:pt>
                <c:pt idx="42">
                  <c:v>-0.36858600000000002</c:v>
                </c:pt>
                <c:pt idx="43">
                  <c:v>-0.38862200000000002</c:v>
                </c:pt>
                <c:pt idx="44">
                  <c:v>-0.38891700000000001</c:v>
                </c:pt>
                <c:pt idx="45">
                  <c:v>-0.36726999999999999</c:v>
                </c:pt>
                <c:pt idx="46">
                  <c:v>-0.35007500000000003</c:v>
                </c:pt>
                <c:pt idx="47">
                  <c:v>-0.39313399999999998</c:v>
                </c:pt>
                <c:pt idx="48">
                  <c:v>-0.53467600000000004</c:v>
                </c:pt>
                <c:pt idx="49">
                  <c:v>-0.67457699999999998</c:v>
                </c:pt>
                <c:pt idx="50">
                  <c:v>-0.72516599999999998</c:v>
                </c:pt>
                <c:pt idx="51">
                  <c:v>-0.72439799999999999</c:v>
                </c:pt>
                <c:pt idx="52">
                  <c:v>-0.71458600000000005</c:v>
                </c:pt>
                <c:pt idx="53">
                  <c:v>-0.71221299999999998</c:v>
                </c:pt>
                <c:pt idx="54">
                  <c:v>-0.714476</c:v>
                </c:pt>
                <c:pt idx="55">
                  <c:v>-0.71656600000000004</c:v>
                </c:pt>
                <c:pt idx="56">
                  <c:v>-0.71743199999999996</c:v>
                </c:pt>
                <c:pt idx="57">
                  <c:v>-0.71747399999999995</c:v>
                </c:pt>
                <c:pt idx="58">
                  <c:v>-0.71715200000000001</c:v>
                </c:pt>
                <c:pt idx="59">
                  <c:v>-0.71705600000000003</c:v>
                </c:pt>
                <c:pt idx="60">
                  <c:v>-0.71793399999999996</c:v>
                </c:pt>
                <c:pt idx="61">
                  <c:v>-0.720198</c:v>
                </c:pt>
                <c:pt idx="62">
                  <c:v>-0.72381700000000004</c:v>
                </c:pt>
                <c:pt idx="63">
                  <c:v>-0.72857400000000005</c:v>
                </c:pt>
                <c:pt idx="64">
                  <c:v>-0.73435300000000003</c:v>
                </c:pt>
                <c:pt idx="65">
                  <c:v>-0.74109899999999995</c:v>
                </c:pt>
                <c:pt idx="66">
                  <c:v>-0.74852600000000002</c:v>
                </c:pt>
                <c:pt idx="67">
                  <c:v>-0.75610999999999995</c:v>
                </c:pt>
                <c:pt idx="68">
                  <c:v>-0.76323799999999997</c:v>
                </c:pt>
                <c:pt idx="69">
                  <c:v>-0.76970300000000003</c:v>
                </c:pt>
                <c:pt idx="70">
                  <c:v>-0.77580400000000005</c:v>
                </c:pt>
                <c:pt idx="71">
                  <c:v>-0.78226499999999999</c:v>
                </c:pt>
                <c:pt idx="72">
                  <c:v>-0.78975300000000004</c:v>
                </c:pt>
                <c:pt idx="73">
                  <c:v>-0.79856899999999997</c:v>
                </c:pt>
                <c:pt idx="74">
                  <c:v>-0.80836300000000005</c:v>
                </c:pt>
                <c:pt idx="75">
                  <c:v>-0.81797799999999998</c:v>
                </c:pt>
                <c:pt idx="76">
                  <c:v>-0.82570200000000005</c:v>
                </c:pt>
                <c:pt idx="77">
                  <c:v>-0.83086000000000004</c:v>
                </c:pt>
                <c:pt idx="78">
                  <c:v>-0.83451399999999998</c:v>
                </c:pt>
                <c:pt idx="79">
                  <c:v>-0.83815700000000004</c:v>
                </c:pt>
                <c:pt idx="80">
                  <c:v>-0.84186899999999998</c:v>
                </c:pt>
                <c:pt idx="81">
                  <c:v>-0.84429399999999999</c:v>
                </c:pt>
                <c:pt idx="82">
                  <c:v>-0.84396899999999997</c:v>
                </c:pt>
                <c:pt idx="83">
                  <c:v>-0.83975500000000003</c:v>
                </c:pt>
                <c:pt idx="84">
                  <c:v>-0.83068399999999998</c:v>
                </c:pt>
                <c:pt idx="85">
                  <c:v>-0.81621600000000005</c:v>
                </c:pt>
                <c:pt idx="86">
                  <c:v>-0.79566000000000003</c:v>
                </c:pt>
                <c:pt idx="87">
                  <c:v>-0.76691200000000004</c:v>
                </c:pt>
                <c:pt idx="88">
                  <c:v>-0.72637799999999997</c:v>
                </c:pt>
                <c:pt idx="89">
                  <c:v>-0.67024700000000004</c:v>
                </c:pt>
                <c:pt idx="90">
                  <c:v>-0.59350199999999997</c:v>
                </c:pt>
                <c:pt idx="91">
                  <c:v>-0.49033900000000002</c:v>
                </c:pt>
                <c:pt idx="92">
                  <c:v>-0.35409400000000002</c:v>
                </c:pt>
                <c:pt idx="93">
                  <c:v>-0.17871200000000001</c:v>
                </c:pt>
                <c:pt idx="94">
                  <c:v>3.8831499999999998E-2</c:v>
                </c:pt>
                <c:pt idx="95">
                  <c:v>0.28904299999999999</c:v>
                </c:pt>
                <c:pt idx="96">
                  <c:v>0.55589500000000003</c:v>
                </c:pt>
                <c:pt idx="97">
                  <c:v>0.841422</c:v>
                </c:pt>
                <c:pt idx="98">
                  <c:v>1.0002899999999999</c:v>
                </c:pt>
                <c:pt idx="99">
                  <c:v>1.0499000000000001</c:v>
                </c:pt>
                <c:pt idx="101">
                  <c:v>1.1308400000000001</c:v>
                </c:pt>
                <c:pt idx="102">
                  <c:v>1.1686000000000001</c:v>
                </c:pt>
                <c:pt idx="103">
                  <c:v>1.12009</c:v>
                </c:pt>
                <c:pt idx="104">
                  <c:v>1.0315700000000001</c:v>
                </c:pt>
                <c:pt idx="105">
                  <c:v>0.90147600000000006</c:v>
                </c:pt>
                <c:pt idx="106">
                  <c:v>0.75313699999999995</c:v>
                </c:pt>
                <c:pt idx="107">
                  <c:v>0.59776399999999996</c:v>
                </c:pt>
                <c:pt idx="108">
                  <c:v>0.44567899999999999</c:v>
                </c:pt>
                <c:pt idx="109">
                  <c:v>0.30233500000000002</c:v>
                </c:pt>
                <c:pt idx="110">
                  <c:v>0.17124900000000001</c:v>
                </c:pt>
                <c:pt idx="111">
                  <c:v>5.3454700000000001E-2</c:v>
                </c:pt>
                <c:pt idx="112">
                  <c:v>-5.1041700000000002E-2</c:v>
                </c:pt>
                <c:pt idx="113">
                  <c:v>-0.14326900000000001</c:v>
                </c:pt>
                <c:pt idx="114">
                  <c:v>-0.22418299999999999</c:v>
                </c:pt>
                <c:pt idx="115">
                  <c:v>-0.29489300000000002</c:v>
                </c:pt>
                <c:pt idx="116">
                  <c:v>-0.35663899999999998</c:v>
                </c:pt>
                <c:pt idx="117">
                  <c:v>-0.410777</c:v>
                </c:pt>
                <c:pt idx="118">
                  <c:v>-0.458256</c:v>
                </c:pt>
                <c:pt idx="119">
                  <c:v>-0.49978299999999998</c:v>
                </c:pt>
                <c:pt idx="120">
                  <c:v>-0.53616699999999995</c:v>
                </c:pt>
                <c:pt idx="121">
                  <c:v>-0.56798300000000002</c:v>
                </c:pt>
                <c:pt idx="122">
                  <c:v>-0.59560900000000006</c:v>
                </c:pt>
                <c:pt idx="123">
                  <c:v>-0.61903399999999997</c:v>
                </c:pt>
                <c:pt idx="124">
                  <c:v>-0.63803600000000005</c:v>
                </c:pt>
                <c:pt idx="125">
                  <c:v>-0.65337500000000004</c:v>
                </c:pt>
                <c:pt idx="126">
                  <c:v>-0.66650600000000004</c:v>
                </c:pt>
                <c:pt idx="127">
                  <c:v>-0.67839400000000005</c:v>
                </c:pt>
                <c:pt idx="128">
                  <c:v>-0.68849800000000005</c:v>
                </c:pt>
                <c:pt idx="129">
                  <c:v>-0.69550699999999999</c:v>
                </c:pt>
                <c:pt idx="130">
                  <c:v>-0.69915499999999997</c:v>
                </c:pt>
                <c:pt idx="131">
                  <c:v>-0.70037899999999997</c:v>
                </c:pt>
                <c:pt idx="132">
                  <c:v>-0.70034300000000005</c:v>
                </c:pt>
                <c:pt idx="133">
                  <c:v>-0.69925000000000004</c:v>
                </c:pt>
                <c:pt idx="134">
                  <c:v>-0.69669000000000003</c:v>
                </c:pt>
                <c:pt idx="135">
                  <c:v>-0.69323500000000005</c:v>
                </c:pt>
                <c:pt idx="136">
                  <c:v>-0.69288700000000003</c:v>
                </c:pt>
                <c:pt idx="137">
                  <c:v>-0.69826600000000005</c:v>
                </c:pt>
                <c:pt idx="138">
                  <c:v>-0.69655599999999995</c:v>
                </c:pt>
                <c:pt idx="139">
                  <c:v>-0.65185899999999997</c:v>
                </c:pt>
                <c:pt idx="140">
                  <c:v>-0.52981800000000001</c:v>
                </c:pt>
                <c:pt idx="141">
                  <c:v>-0.39690500000000001</c:v>
                </c:pt>
                <c:pt idx="142">
                  <c:v>-0.34692899999999999</c:v>
                </c:pt>
                <c:pt idx="143">
                  <c:v>-0.36072300000000002</c:v>
                </c:pt>
                <c:pt idx="144">
                  <c:v>-0.39272099999999999</c:v>
                </c:pt>
                <c:pt idx="145">
                  <c:v>-0.41503800000000002</c:v>
                </c:pt>
                <c:pt idx="146">
                  <c:v>-0.42431200000000002</c:v>
                </c:pt>
                <c:pt idx="147">
                  <c:v>-0.42624899999999999</c:v>
                </c:pt>
                <c:pt idx="148">
                  <c:v>-0.42564299999999999</c:v>
                </c:pt>
                <c:pt idx="149">
                  <c:v>-0.42410799999999998</c:v>
                </c:pt>
                <c:pt idx="150">
                  <c:v>-0.42125200000000002</c:v>
                </c:pt>
                <c:pt idx="151">
                  <c:v>-0.41651199999999999</c:v>
                </c:pt>
                <c:pt idx="152">
                  <c:v>-0.40988799999999997</c:v>
                </c:pt>
                <c:pt idx="153">
                  <c:v>-0.40179999999999999</c:v>
                </c:pt>
                <c:pt idx="154">
                  <c:v>-0.392621</c:v>
                </c:pt>
                <c:pt idx="155">
                  <c:v>-0.38248100000000002</c:v>
                </c:pt>
                <c:pt idx="156">
                  <c:v>-0.37124600000000002</c:v>
                </c:pt>
                <c:pt idx="157">
                  <c:v>-0.35882500000000001</c:v>
                </c:pt>
                <c:pt idx="158">
                  <c:v>-0.345223</c:v>
                </c:pt>
                <c:pt idx="159">
                  <c:v>-0.33059899999999998</c:v>
                </c:pt>
                <c:pt idx="160">
                  <c:v>-0.31509100000000001</c:v>
                </c:pt>
                <c:pt idx="161">
                  <c:v>-0.298848</c:v>
                </c:pt>
                <c:pt idx="162">
                  <c:v>-0.28197899999999998</c:v>
                </c:pt>
                <c:pt idx="163">
                  <c:v>-0.26457900000000001</c:v>
                </c:pt>
                <c:pt idx="164">
                  <c:v>-0.246783</c:v>
                </c:pt>
                <c:pt idx="165">
                  <c:v>-0.228655</c:v>
                </c:pt>
                <c:pt idx="166">
                  <c:v>-0.21035300000000001</c:v>
                </c:pt>
                <c:pt idx="167">
                  <c:v>-0.19206999999999999</c:v>
                </c:pt>
                <c:pt idx="168">
                  <c:v>-0.17402699999999999</c:v>
                </c:pt>
                <c:pt idx="169">
                  <c:v>-0.15631300000000001</c:v>
                </c:pt>
                <c:pt idx="170">
                  <c:v>-0.138851</c:v>
                </c:pt>
                <c:pt idx="171">
                  <c:v>-0.12156599999999999</c:v>
                </c:pt>
                <c:pt idx="172">
                  <c:v>-0.104422</c:v>
                </c:pt>
                <c:pt idx="173">
                  <c:v>-8.7341100000000005E-2</c:v>
                </c:pt>
                <c:pt idx="174">
                  <c:v>-7.0146200000000006E-2</c:v>
                </c:pt>
                <c:pt idx="175">
                  <c:v>-5.2661300000000001E-2</c:v>
                </c:pt>
                <c:pt idx="176">
                  <c:v>-3.4855700000000003E-2</c:v>
                </c:pt>
                <c:pt idx="177">
                  <c:v>-1.7034199999999999E-2</c:v>
                </c:pt>
                <c:pt idx="178">
                  <c:v>4.4941400000000001E-6</c:v>
                </c:pt>
                <c:pt idx="179">
                  <c:v>1.48621E-2</c:v>
                </c:pt>
                <c:pt idx="180">
                  <c:v>2.57579E-2</c:v>
                </c:pt>
                <c:pt idx="181">
                  <c:v>3.09882E-2</c:v>
                </c:pt>
                <c:pt idx="182">
                  <c:v>2.98929E-2</c:v>
                </c:pt>
                <c:pt idx="183">
                  <c:v>2.4247100000000001E-2</c:v>
                </c:pt>
                <c:pt idx="184">
                  <c:v>1.9539600000000001E-2</c:v>
                </c:pt>
                <c:pt idx="185">
                  <c:v>2.4621899999999999E-2</c:v>
                </c:pt>
                <c:pt idx="186">
                  <c:v>4.9282899999999998E-2</c:v>
                </c:pt>
                <c:pt idx="187">
                  <c:v>9.9305400000000002E-2</c:v>
                </c:pt>
                <c:pt idx="188">
                  <c:v>0.17169499999999999</c:v>
                </c:pt>
                <c:pt idx="189">
                  <c:v>0.25478000000000001</c:v>
                </c:pt>
                <c:pt idx="190">
                  <c:v>0.33454299999999998</c:v>
                </c:pt>
                <c:pt idx="191">
                  <c:v>0.402285</c:v>
                </c:pt>
                <c:pt idx="192">
                  <c:v>0.45399699999999998</c:v>
                </c:pt>
                <c:pt idx="193">
                  <c:v>0.48947299999999999</c:v>
                </c:pt>
                <c:pt idx="194">
                  <c:v>0.51297400000000004</c:v>
                </c:pt>
                <c:pt idx="195">
                  <c:v>0.52981299999999998</c:v>
                </c:pt>
                <c:pt idx="196">
                  <c:v>0.55241200000000001</c:v>
                </c:pt>
                <c:pt idx="197">
                  <c:v>0.59259600000000001</c:v>
                </c:pt>
                <c:pt idx="198">
                  <c:v>0.63357200000000002</c:v>
                </c:pt>
                <c:pt idx="199">
                  <c:v>0.97840800000000006</c:v>
                </c:pt>
                <c:pt idx="200">
                  <c:v>0.81244700000000003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725-48C9-864B-FA6B0082E8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1439904"/>
        <c:axId val="1141436544"/>
      </c:scatterChart>
      <c:valAx>
        <c:axId val="1141439904"/>
        <c:scaling>
          <c:orientation val="minMax"/>
          <c:max val="1"/>
          <c:min val="0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41436544"/>
        <c:crosses val="autoZero"/>
        <c:crossBetween val="midCat"/>
      </c:valAx>
      <c:valAx>
        <c:axId val="1141436544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414399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>
                <a:solidFill>
                  <a:srgbClr val="FF0000"/>
                </a:solidFill>
              </a:rPr>
              <a:t>001</a:t>
            </a:r>
            <a:r>
              <a:rPr lang="en-US" altLang="ko-KR"/>
              <a:t> - </a:t>
            </a:r>
            <a:r>
              <a:rPr lang="en-US" altLang="ko-KR">
                <a:solidFill>
                  <a:schemeClr val="accent4"/>
                </a:solidFill>
              </a:rPr>
              <a:t>032</a:t>
            </a:r>
            <a:endParaRPr lang="ko-KR" altLang="en-US">
              <a:solidFill>
                <a:schemeClr val="accent4"/>
              </a:solidFill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v>su2</c:v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'surface 001'!$H$2:$H$202</c:f>
              <c:numCache>
                <c:formatCode>General</c:formatCode>
                <c:ptCount val="201"/>
                <c:pt idx="0">
                  <c:v>0.99975000000000003</c:v>
                </c:pt>
                <c:pt idx="1">
                  <c:v>0.999</c:v>
                </c:pt>
                <c:pt idx="2">
                  <c:v>0.99775999999999998</c:v>
                </c:pt>
                <c:pt idx="3">
                  <c:v>0.99602000000000002</c:v>
                </c:pt>
                <c:pt idx="4">
                  <c:v>0.99378</c:v>
                </c:pt>
                <c:pt idx="5">
                  <c:v>0.99104999999999999</c:v>
                </c:pt>
                <c:pt idx="6">
                  <c:v>0.98784000000000005</c:v>
                </c:pt>
                <c:pt idx="7">
                  <c:v>0.98412999999999995</c:v>
                </c:pt>
                <c:pt idx="8">
                  <c:v>0.97994999999999999</c:v>
                </c:pt>
                <c:pt idx="9">
                  <c:v>0.97528000000000004</c:v>
                </c:pt>
                <c:pt idx="10">
                  <c:v>0.97014999999999996</c:v>
                </c:pt>
                <c:pt idx="11">
                  <c:v>0.96453999999999995</c:v>
                </c:pt>
                <c:pt idx="12">
                  <c:v>0.95847000000000004</c:v>
                </c:pt>
                <c:pt idx="13">
                  <c:v>0.95194000000000001</c:v>
                </c:pt>
                <c:pt idx="14">
                  <c:v>0.94496000000000002</c:v>
                </c:pt>
                <c:pt idx="15">
                  <c:v>0.93754000000000004</c:v>
                </c:pt>
                <c:pt idx="16">
                  <c:v>0.92969000000000002</c:v>
                </c:pt>
                <c:pt idx="17">
                  <c:v>0.9214</c:v>
                </c:pt>
                <c:pt idx="18">
                  <c:v>0.91269999999999996</c:v>
                </c:pt>
                <c:pt idx="19">
                  <c:v>0.90358000000000005</c:v>
                </c:pt>
                <c:pt idx="20">
                  <c:v>0.89405999999999997</c:v>
                </c:pt>
                <c:pt idx="21">
                  <c:v>0.88414999999999999</c:v>
                </c:pt>
                <c:pt idx="22">
                  <c:v>0.87385000000000002</c:v>
                </c:pt>
                <c:pt idx="23">
                  <c:v>0.86317999999999995</c:v>
                </c:pt>
                <c:pt idx="24">
                  <c:v>0.85216000000000003</c:v>
                </c:pt>
                <c:pt idx="25">
                  <c:v>0.84077000000000002</c:v>
                </c:pt>
                <c:pt idx="26">
                  <c:v>0.82904999999999995</c:v>
                </c:pt>
                <c:pt idx="27">
                  <c:v>0.81701000000000001</c:v>
                </c:pt>
                <c:pt idx="28">
                  <c:v>0.80464000000000002</c:v>
                </c:pt>
                <c:pt idx="29">
                  <c:v>0.79196999999999995</c:v>
                </c:pt>
                <c:pt idx="30">
                  <c:v>0.77900999999999998</c:v>
                </c:pt>
                <c:pt idx="31">
                  <c:v>0.76578000000000002</c:v>
                </c:pt>
                <c:pt idx="32">
                  <c:v>0.75227999999999995</c:v>
                </c:pt>
                <c:pt idx="33">
                  <c:v>0.73851999999999995</c:v>
                </c:pt>
                <c:pt idx="34">
                  <c:v>0.72453000000000001</c:v>
                </c:pt>
                <c:pt idx="35">
                  <c:v>0.71031999999999995</c:v>
                </c:pt>
                <c:pt idx="36">
                  <c:v>0.69589000000000001</c:v>
                </c:pt>
                <c:pt idx="37">
                  <c:v>0.68127000000000004</c:v>
                </c:pt>
                <c:pt idx="38">
                  <c:v>0.66647000000000001</c:v>
                </c:pt>
                <c:pt idx="39">
                  <c:v>0.65149999999999997</c:v>
                </c:pt>
                <c:pt idx="40">
                  <c:v>0.63637999999999995</c:v>
                </c:pt>
                <c:pt idx="41">
                  <c:v>0.62112999999999996</c:v>
                </c:pt>
                <c:pt idx="42">
                  <c:v>0.60575999999999997</c:v>
                </c:pt>
                <c:pt idx="43">
                  <c:v>0.59028000000000003</c:v>
                </c:pt>
                <c:pt idx="44">
                  <c:v>0.57471000000000005</c:v>
                </c:pt>
                <c:pt idx="45">
                  <c:v>0.55906</c:v>
                </c:pt>
                <c:pt idx="46">
                  <c:v>0.54335999999999995</c:v>
                </c:pt>
                <c:pt idx="47">
                  <c:v>0.52761000000000002</c:v>
                </c:pt>
                <c:pt idx="48">
                  <c:v>0.51183999999999996</c:v>
                </c:pt>
                <c:pt idx="49">
                  <c:v>0.49604999999999999</c:v>
                </c:pt>
                <c:pt idx="50">
                  <c:v>0.48026999999999997</c:v>
                </c:pt>
                <c:pt idx="51">
                  <c:v>0.46450999999999998</c:v>
                </c:pt>
                <c:pt idx="52">
                  <c:v>0.44878000000000001</c:v>
                </c:pt>
                <c:pt idx="53">
                  <c:v>0.43310999999999999</c:v>
                </c:pt>
                <c:pt idx="54">
                  <c:v>0.41749999999999998</c:v>
                </c:pt>
                <c:pt idx="55">
                  <c:v>0.40196999999999999</c:v>
                </c:pt>
                <c:pt idx="56">
                  <c:v>0.38653999999999999</c:v>
                </c:pt>
                <c:pt idx="57">
                  <c:v>0.37123</c:v>
                </c:pt>
                <c:pt idx="58">
                  <c:v>0.35604000000000002</c:v>
                </c:pt>
                <c:pt idx="59">
                  <c:v>0.34099000000000002</c:v>
                </c:pt>
                <c:pt idx="60">
                  <c:v>0.32611000000000001</c:v>
                </c:pt>
                <c:pt idx="61">
                  <c:v>0.31140000000000001</c:v>
                </c:pt>
                <c:pt idx="62">
                  <c:v>0.29687000000000002</c:v>
                </c:pt>
                <c:pt idx="63">
                  <c:v>0.28255000000000002</c:v>
                </c:pt>
                <c:pt idx="64">
                  <c:v>0.26845000000000002</c:v>
                </c:pt>
                <c:pt idx="65">
                  <c:v>0.25457000000000002</c:v>
                </c:pt>
                <c:pt idx="66">
                  <c:v>0.24093999999999999</c:v>
                </c:pt>
                <c:pt idx="67">
                  <c:v>0.22756999999999999</c:v>
                </c:pt>
                <c:pt idx="68">
                  <c:v>0.21446999999999999</c:v>
                </c:pt>
                <c:pt idx="69">
                  <c:v>0.20166000000000001</c:v>
                </c:pt>
                <c:pt idx="70">
                  <c:v>0.18914</c:v>
                </c:pt>
                <c:pt idx="71">
                  <c:v>0.17693</c:v>
                </c:pt>
                <c:pt idx="72">
                  <c:v>0.16503999999999999</c:v>
                </c:pt>
                <c:pt idx="73">
                  <c:v>0.15348999999999999</c:v>
                </c:pt>
                <c:pt idx="74">
                  <c:v>0.14229</c:v>
                </c:pt>
                <c:pt idx="75">
                  <c:v>0.13144</c:v>
                </c:pt>
                <c:pt idx="76">
                  <c:v>0.12095</c:v>
                </c:pt>
                <c:pt idx="77">
                  <c:v>0.11085</c:v>
                </c:pt>
                <c:pt idx="78">
                  <c:v>0.10113</c:v>
                </c:pt>
                <c:pt idx="79">
                  <c:v>9.1810000000000003E-2</c:v>
                </c:pt>
                <c:pt idx="80">
                  <c:v>8.2900000000000001E-2</c:v>
                </c:pt>
                <c:pt idx="81">
                  <c:v>7.4399999999999994E-2</c:v>
                </c:pt>
                <c:pt idx="82">
                  <c:v>6.633E-2</c:v>
                </c:pt>
                <c:pt idx="83">
                  <c:v>5.8689999999999999E-2</c:v>
                </c:pt>
                <c:pt idx="84">
                  <c:v>5.1490000000000001E-2</c:v>
                </c:pt>
                <c:pt idx="85">
                  <c:v>4.4740000000000002E-2</c:v>
                </c:pt>
                <c:pt idx="86">
                  <c:v>3.8440000000000002E-2</c:v>
                </c:pt>
                <c:pt idx="87">
                  <c:v>3.2599999999999997E-2</c:v>
                </c:pt>
                <c:pt idx="88">
                  <c:v>2.7230000000000001E-2</c:v>
                </c:pt>
                <c:pt idx="89">
                  <c:v>2.232E-2</c:v>
                </c:pt>
                <c:pt idx="90">
                  <c:v>1.7899999999999999E-2</c:v>
                </c:pt>
                <c:pt idx="91">
                  <c:v>1.3950000000000001E-2</c:v>
                </c:pt>
                <c:pt idx="92">
                  <c:v>1.0489999999999999E-2</c:v>
                </c:pt>
                <c:pt idx="93">
                  <c:v>7.5199999999999998E-3</c:v>
                </c:pt>
                <c:pt idx="94">
                  <c:v>5.0400000000000002E-3</c:v>
                </c:pt>
                <c:pt idx="95">
                  <c:v>3.0500000000000002E-3</c:v>
                </c:pt>
                <c:pt idx="96">
                  <c:v>1.56E-3</c:v>
                </c:pt>
                <c:pt idx="97">
                  <c:v>5.5999999999999995E-4</c:v>
                </c:pt>
                <c:pt idx="98">
                  <c:v>6.0000000000000002E-5</c:v>
                </c:pt>
                <c:pt idx="99">
                  <c:v>0</c:v>
                </c:pt>
                <c:pt idx="101">
                  <c:v>6.0000000000000002E-5</c:v>
                </c:pt>
                <c:pt idx="102">
                  <c:v>5.5999999999999995E-4</c:v>
                </c:pt>
                <c:pt idx="103">
                  <c:v>1.56E-3</c:v>
                </c:pt>
                <c:pt idx="104">
                  <c:v>3.0500000000000002E-3</c:v>
                </c:pt>
                <c:pt idx="105">
                  <c:v>5.0400000000000002E-3</c:v>
                </c:pt>
                <c:pt idx="106">
                  <c:v>7.5199999999999998E-3</c:v>
                </c:pt>
                <c:pt idx="107">
                  <c:v>1.0489999999999999E-2</c:v>
                </c:pt>
                <c:pt idx="108">
                  <c:v>1.3950000000000001E-2</c:v>
                </c:pt>
                <c:pt idx="109">
                  <c:v>1.7899999999999999E-2</c:v>
                </c:pt>
                <c:pt idx="110">
                  <c:v>2.232E-2</c:v>
                </c:pt>
                <c:pt idx="111">
                  <c:v>2.7230000000000001E-2</c:v>
                </c:pt>
                <c:pt idx="112">
                  <c:v>3.2599999999999997E-2</c:v>
                </c:pt>
                <c:pt idx="113">
                  <c:v>3.8440000000000002E-2</c:v>
                </c:pt>
                <c:pt idx="114">
                  <c:v>4.4740000000000002E-2</c:v>
                </c:pt>
                <c:pt idx="115">
                  <c:v>5.1490000000000001E-2</c:v>
                </c:pt>
                <c:pt idx="116">
                  <c:v>5.8689999999999999E-2</c:v>
                </c:pt>
                <c:pt idx="117">
                  <c:v>6.633E-2</c:v>
                </c:pt>
                <c:pt idx="118">
                  <c:v>7.4399999999999994E-2</c:v>
                </c:pt>
                <c:pt idx="119">
                  <c:v>8.2900000000000001E-2</c:v>
                </c:pt>
                <c:pt idx="120">
                  <c:v>9.1810000000000003E-2</c:v>
                </c:pt>
                <c:pt idx="121">
                  <c:v>0.10113</c:v>
                </c:pt>
                <c:pt idx="122">
                  <c:v>0.11085</c:v>
                </c:pt>
                <c:pt idx="123">
                  <c:v>0.12095</c:v>
                </c:pt>
                <c:pt idx="124">
                  <c:v>0.13144</c:v>
                </c:pt>
                <c:pt idx="125">
                  <c:v>0.14229</c:v>
                </c:pt>
                <c:pt idx="126">
                  <c:v>0.15348999999999999</c:v>
                </c:pt>
                <c:pt idx="127">
                  <c:v>0.16503999999999999</c:v>
                </c:pt>
                <c:pt idx="128">
                  <c:v>0.17693</c:v>
                </c:pt>
                <c:pt idx="129">
                  <c:v>0.18914</c:v>
                </c:pt>
                <c:pt idx="130">
                  <c:v>0.20166000000000001</c:v>
                </c:pt>
                <c:pt idx="131">
                  <c:v>0.21446999999999999</c:v>
                </c:pt>
                <c:pt idx="132">
                  <c:v>0.22756999999999999</c:v>
                </c:pt>
                <c:pt idx="133">
                  <c:v>0.24093999999999999</c:v>
                </c:pt>
                <c:pt idx="134">
                  <c:v>0.25457000000000002</c:v>
                </c:pt>
                <c:pt idx="135">
                  <c:v>0.26845000000000002</c:v>
                </c:pt>
                <c:pt idx="136">
                  <c:v>0.28255000000000002</c:v>
                </c:pt>
                <c:pt idx="137">
                  <c:v>0.29687000000000002</c:v>
                </c:pt>
                <c:pt idx="138">
                  <c:v>0.31140000000000001</c:v>
                </c:pt>
                <c:pt idx="139">
                  <c:v>0.32611000000000001</c:v>
                </c:pt>
                <c:pt idx="140">
                  <c:v>0.34099000000000002</c:v>
                </c:pt>
                <c:pt idx="141">
                  <c:v>0.35604000000000002</c:v>
                </c:pt>
                <c:pt idx="142">
                  <c:v>0.37123</c:v>
                </c:pt>
                <c:pt idx="143">
                  <c:v>0.38653999999999999</c:v>
                </c:pt>
                <c:pt idx="144">
                  <c:v>0.40196999999999999</c:v>
                </c:pt>
                <c:pt idx="145">
                  <c:v>0.41749999999999998</c:v>
                </c:pt>
                <c:pt idx="146">
                  <c:v>0.43310999999999999</c:v>
                </c:pt>
                <c:pt idx="147">
                  <c:v>0.44878000000000001</c:v>
                </c:pt>
                <c:pt idx="148">
                  <c:v>0.46450999999999998</c:v>
                </c:pt>
                <c:pt idx="149">
                  <c:v>0.48026999999999997</c:v>
                </c:pt>
                <c:pt idx="150">
                  <c:v>0.49604999999999999</c:v>
                </c:pt>
                <c:pt idx="151">
                  <c:v>0.51183999999999996</c:v>
                </c:pt>
                <c:pt idx="152">
                  <c:v>0.52761000000000002</c:v>
                </c:pt>
                <c:pt idx="153">
                  <c:v>0.54335999999999995</c:v>
                </c:pt>
                <c:pt idx="154">
                  <c:v>0.55906</c:v>
                </c:pt>
                <c:pt idx="155">
                  <c:v>0.57471000000000005</c:v>
                </c:pt>
                <c:pt idx="156">
                  <c:v>0.59028000000000003</c:v>
                </c:pt>
                <c:pt idx="157">
                  <c:v>0.60575999999999997</c:v>
                </c:pt>
                <c:pt idx="158">
                  <c:v>0.62112999999999996</c:v>
                </c:pt>
                <c:pt idx="159">
                  <c:v>0.63637999999999995</c:v>
                </c:pt>
                <c:pt idx="160">
                  <c:v>0.65149999999999997</c:v>
                </c:pt>
                <c:pt idx="161">
                  <c:v>0.66647000000000001</c:v>
                </c:pt>
                <c:pt idx="162">
                  <c:v>0.68127000000000004</c:v>
                </c:pt>
                <c:pt idx="163">
                  <c:v>0.69589000000000001</c:v>
                </c:pt>
                <c:pt idx="164">
                  <c:v>0.71031999999999995</c:v>
                </c:pt>
                <c:pt idx="165">
                  <c:v>0.72453000000000001</c:v>
                </c:pt>
                <c:pt idx="166">
                  <c:v>0.73851999999999995</c:v>
                </c:pt>
                <c:pt idx="167">
                  <c:v>0.75227999999999995</c:v>
                </c:pt>
                <c:pt idx="168">
                  <c:v>0.76578000000000002</c:v>
                </c:pt>
                <c:pt idx="169">
                  <c:v>0.77900999999999998</c:v>
                </c:pt>
                <c:pt idx="170">
                  <c:v>0.79196999999999995</c:v>
                </c:pt>
                <c:pt idx="171">
                  <c:v>0.80464000000000002</c:v>
                </c:pt>
                <c:pt idx="172">
                  <c:v>0.81701000000000001</c:v>
                </c:pt>
                <c:pt idx="173">
                  <c:v>0.82904999999999995</c:v>
                </c:pt>
                <c:pt idx="174">
                  <c:v>0.84077000000000002</c:v>
                </c:pt>
                <c:pt idx="175">
                  <c:v>0.85216000000000003</c:v>
                </c:pt>
                <c:pt idx="176">
                  <c:v>0.86317999999999995</c:v>
                </c:pt>
                <c:pt idx="177">
                  <c:v>0.87385000000000002</c:v>
                </c:pt>
                <c:pt idx="178">
                  <c:v>0.88414999999999999</c:v>
                </c:pt>
                <c:pt idx="179">
                  <c:v>0.89405999999999997</c:v>
                </c:pt>
                <c:pt idx="180">
                  <c:v>0.90358000000000005</c:v>
                </c:pt>
                <c:pt idx="181">
                  <c:v>0.91269999999999996</c:v>
                </c:pt>
                <c:pt idx="182">
                  <c:v>0.9214</c:v>
                </c:pt>
                <c:pt idx="183">
                  <c:v>0.92969000000000002</c:v>
                </c:pt>
                <c:pt idx="184">
                  <c:v>0.93754000000000004</c:v>
                </c:pt>
                <c:pt idx="185">
                  <c:v>0.94496000000000002</c:v>
                </c:pt>
                <c:pt idx="186">
                  <c:v>0.95194000000000001</c:v>
                </c:pt>
                <c:pt idx="187">
                  <c:v>0.95847000000000004</c:v>
                </c:pt>
                <c:pt idx="188">
                  <c:v>0.96453999999999995</c:v>
                </c:pt>
                <c:pt idx="189">
                  <c:v>0.97014999999999996</c:v>
                </c:pt>
                <c:pt idx="190">
                  <c:v>0.97528000000000004</c:v>
                </c:pt>
                <c:pt idx="191">
                  <c:v>0.97994999999999999</c:v>
                </c:pt>
                <c:pt idx="192">
                  <c:v>0.98412999999999995</c:v>
                </c:pt>
                <c:pt idx="193">
                  <c:v>0.98784000000000005</c:v>
                </c:pt>
                <c:pt idx="194">
                  <c:v>0.99104999999999999</c:v>
                </c:pt>
                <c:pt idx="195">
                  <c:v>0.99378</c:v>
                </c:pt>
                <c:pt idx="196">
                  <c:v>0.99602000000000002</c:v>
                </c:pt>
                <c:pt idx="197">
                  <c:v>0.99775999999999998</c:v>
                </c:pt>
                <c:pt idx="198">
                  <c:v>0.999</c:v>
                </c:pt>
                <c:pt idx="199">
                  <c:v>0.99975000000000003</c:v>
                </c:pt>
                <c:pt idx="200">
                  <c:v>1</c:v>
                </c:pt>
              </c:numCache>
            </c:numRef>
          </c:xVal>
          <c:yVal>
            <c:numRef>
              <c:f>'surface 001'!$I$2:$I$202</c:f>
              <c:numCache>
                <c:formatCode>General</c:formatCode>
                <c:ptCount val="201"/>
                <c:pt idx="0">
                  <c:v>0.88456599999999996</c:v>
                </c:pt>
                <c:pt idx="1">
                  <c:v>0.567944</c:v>
                </c:pt>
                <c:pt idx="2">
                  <c:v>0.51373400000000002</c:v>
                </c:pt>
                <c:pt idx="3">
                  <c:v>0.45682899999999999</c:v>
                </c:pt>
                <c:pt idx="4">
                  <c:v>0.41737999999999997</c:v>
                </c:pt>
                <c:pt idx="5">
                  <c:v>0.38676100000000002</c:v>
                </c:pt>
                <c:pt idx="6">
                  <c:v>0.35971599999999998</c:v>
                </c:pt>
                <c:pt idx="7">
                  <c:v>0.33562900000000001</c:v>
                </c:pt>
                <c:pt idx="8">
                  <c:v>0.31347399999999997</c:v>
                </c:pt>
                <c:pt idx="9">
                  <c:v>0.292875</c:v>
                </c:pt>
                <c:pt idx="10">
                  <c:v>0.27352199999999999</c:v>
                </c:pt>
                <c:pt idx="11">
                  <c:v>0.255166</c:v>
                </c:pt>
                <c:pt idx="12">
                  <c:v>0.23769699999999999</c:v>
                </c:pt>
                <c:pt idx="13">
                  <c:v>0.22098100000000001</c:v>
                </c:pt>
                <c:pt idx="14">
                  <c:v>0.204957</c:v>
                </c:pt>
                <c:pt idx="15">
                  <c:v>0.18956100000000001</c:v>
                </c:pt>
                <c:pt idx="16">
                  <c:v>0.17474200000000001</c:v>
                </c:pt>
                <c:pt idx="17">
                  <c:v>0.16045100000000001</c:v>
                </c:pt>
                <c:pt idx="18">
                  <c:v>0.146671</c:v>
                </c:pt>
                <c:pt idx="19">
                  <c:v>0.13336999999999999</c:v>
                </c:pt>
                <c:pt idx="20">
                  <c:v>0.120534</c:v>
                </c:pt>
                <c:pt idx="21">
                  <c:v>0.108172</c:v>
                </c:pt>
                <c:pt idx="22">
                  <c:v>9.6238799999999999E-2</c:v>
                </c:pt>
                <c:pt idx="23">
                  <c:v>8.4794900000000006E-2</c:v>
                </c:pt>
                <c:pt idx="24">
                  <c:v>7.3787000000000005E-2</c:v>
                </c:pt>
                <c:pt idx="25">
                  <c:v>6.3288300000000006E-2</c:v>
                </c:pt>
                <c:pt idx="26">
                  <c:v>5.3275900000000001E-2</c:v>
                </c:pt>
                <c:pt idx="27">
                  <c:v>4.3825299999999998E-2</c:v>
                </c:pt>
                <c:pt idx="28">
                  <c:v>3.4918499999999998E-2</c:v>
                </c:pt>
                <c:pt idx="29">
                  <c:v>2.66307E-2</c:v>
                </c:pt>
                <c:pt idx="30">
                  <c:v>1.9027800000000001E-2</c:v>
                </c:pt>
                <c:pt idx="31">
                  <c:v>1.2238199999999999E-2</c:v>
                </c:pt>
                <c:pt idx="32">
                  <c:v>6.1915900000000003E-3</c:v>
                </c:pt>
                <c:pt idx="33">
                  <c:v>1.2809799999999999E-3</c:v>
                </c:pt>
                <c:pt idx="34">
                  <c:v>-1.4977499999999999E-3</c:v>
                </c:pt>
                <c:pt idx="35">
                  <c:v>-2.7097699999999998E-3</c:v>
                </c:pt>
                <c:pt idx="36">
                  <c:v>-7.8073700000000001E-3</c:v>
                </c:pt>
                <c:pt idx="37">
                  <c:v>-9.8095200000000004E-3</c:v>
                </c:pt>
                <c:pt idx="38">
                  <c:v>2.0895299999999999E-2</c:v>
                </c:pt>
                <c:pt idx="39">
                  <c:v>3.2497499999999999E-2</c:v>
                </c:pt>
                <c:pt idx="40">
                  <c:v>-0.289358</c:v>
                </c:pt>
                <c:pt idx="41">
                  <c:v>-0.91850699999999996</c:v>
                </c:pt>
                <c:pt idx="42">
                  <c:v>-1.1106100000000001</c:v>
                </c:pt>
                <c:pt idx="43">
                  <c:v>-1.1142399999999999</c:v>
                </c:pt>
                <c:pt idx="44">
                  <c:v>-1.1089</c:v>
                </c:pt>
                <c:pt idx="45">
                  <c:v>-1.1111200000000001</c:v>
                </c:pt>
                <c:pt idx="46">
                  <c:v>-1.1137300000000001</c:v>
                </c:pt>
                <c:pt idx="47">
                  <c:v>-1.1110800000000001</c:v>
                </c:pt>
                <c:pt idx="48">
                  <c:v>-1.10765</c:v>
                </c:pt>
                <c:pt idx="49">
                  <c:v>-1.1039399999999999</c:v>
                </c:pt>
                <c:pt idx="50">
                  <c:v>-1.0996999999999999</c:v>
                </c:pt>
                <c:pt idx="51">
                  <c:v>-1.09432</c:v>
                </c:pt>
                <c:pt idx="52">
                  <c:v>-1.08839</c:v>
                </c:pt>
                <c:pt idx="53">
                  <c:v>-1.08196</c:v>
                </c:pt>
                <c:pt idx="54">
                  <c:v>-1.0755300000000001</c:v>
                </c:pt>
                <c:pt idx="55">
                  <c:v>-1.0692200000000001</c:v>
                </c:pt>
                <c:pt idx="56">
                  <c:v>-1.0628299999999999</c:v>
                </c:pt>
                <c:pt idx="57">
                  <c:v>-1.05579</c:v>
                </c:pt>
                <c:pt idx="58">
                  <c:v>-1.04782</c:v>
                </c:pt>
                <c:pt idx="59">
                  <c:v>-1.03918</c:v>
                </c:pt>
                <c:pt idx="60">
                  <c:v>-1.0303500000000001</c:v>
                </c:pt>
                <c:pt idx="61">
                  <c:v>-1.02136</c:v>
                </c:pt>
                <c:pt idx="62">
                  <c:v>-1.0122199999999999</c:v>
                </c:pt>
                <c:pt idx="63">
                  <c:v>-1.0027299999999999</c:v>
                </c:pt>
                <c:pt idx="64">
                  <c:v>-0.99276900000000001</c:v>
                </c:pt>
                <c:pt idx="65">
                  <c:v>-0.98199700000000001</c:v>
                </c:pt>
                <c:pt idx="66">
                  <c:v>-0.96994100000000005</c:v>
                </c:pt>
                <c:pt idx="67">
                  <c:v>-0.95635099999999995</c:v>
                </c:pt>
                <c:pt idx="68">
                  <c:v>-0.94117700000000004</c:v>
                </c:pt>
                <c:pt idx="69">
                  <c:v>-0.92506999999999995</c:v>
                </c:pt>
                <c:pt idx="70">
                  <c:v>-0.90863899999999997</c:v>
                </c:pt>
                <c:pt idx="71">
                  <c:v>-0.89199700000000004</c:v>
                </c:pt>
                <c:pt idx="72">
                  <c:v>-0.87419800000000003</c:v>
                </c:pt>
                <c:pt idx="73">
                  <c:v>-0.85458999999999996</c:v>
                </c:pt>
                <c:pt idx="74">
                  <c:v>-0.83340599999999998</c:v>
                </c:pt>
                <c:pt idx="75">
                  <c:v>-0.81196699999999999</c:v>
                </c:pt>
                <c:pt idx="76">
                  <c:v>-0.79038200000000003</c:v>
                </c:pt>
                <c:pt idx="77">
                  <c:v>-0.76765300000000003</c:v>
                </c:pt>
                <c:pt idx="78">
                  <c:v>-0.74261500000000003</c:v>
                </c:pt>
                <c:pt idx="79">
                  <c:v>-0.71509199999999995</c:v>
                </c:pt>
                <c:pt idx="80">
                  <c:v>-0.68547499999999995</c:v>
                </c:pt>
                <c:pt idx="81">
                  <c:v>-0.65398900000000004</c:v>
                </c:pt>
                <c:pt idx="82">
                  <c:v>-0.62042399999999998</c:v>
                </c:pt>
                <c:pt idx="83">
                  <c:v>-0.58417300000000005</c:v>
                </c:pt>
                <c:pt idx="84">
                  <c:v>-0.54406600000000005</c:v>
                </c:pt>
                <c:pt idx="85">
                  <c:v>-0.49895400000000001</c:v>
                </c:pt>
                <c:pt idx="86">
                  <c:v>-0.44800699999999999</c:v>
                </c:pt>
                <c:pt idx="87">
                  <c:v>-0.39021400000000001</c:v>
                </c:pt>
                <c:pt idx="88">
                  <c:v>-0.32378899999999999</c:v>
                </c:pt>
                <c:pt idx="89">
                  <c:v>-0.246499</c:v>
                </c:pt>
                <c:pt idx="90">
                  <c:v>-0.15559000000000001</c:v>
                </c:pt>
                <c:pt idx="91">
                  <c:v>-4.8175200000000001E-2</c:v>
                </c:pt>
                <c:pt idx="92">
                  <c:v>7.9312400000000005E-2</c:v>
                </c:pt>
                <c:pt idx="93">
                  <c:v>0.22995699999999999</c:v>
                </c:pt>
                <c:pt idx="94">
                  <c:v>0.404505</c:v>
                </c:pt>
                <c:pt idx="95">
                  <c:v>0.59754300000000005</c:v>
                </c:pt>
                <c:pt idx="96">
                  <c:v>0.79123500000000002</c:v>
                </c:pt>
                <c:pt idx="97">
                  <c:v>0.99861200000000006</c:v>
                </c:pt>
                <c:pt idx="98">
                  <c:v>1.1087899999999999</c:v>
                </c:pt>
                <c:pt idx="99">
                  <c:v>1.12575</c:v>
                </c:pt>
                <c:pt idx="101">
                  <c:v>1.1657999999999999</c:v>
                </c:pt>
                <c:pt idx="102">
                  <c:v>1.14686</c:v>
                </c:pt>
                <c:pt idx="103">
                  <c:v>1.0430600000000001</c:v>
                </c:pt>
                <c:pt idx="104">
                  <c:v>0.91976899999999995</c:v>
                </c:pt>
                <c:pt idx="105">
                  <c:v>0.77420100000000003</c:v>
                </c:pt>
                <c:pt idx="106">
                  <c:v>0.63175400000000004</c:v>
                </c:pt>
                <c:pt idx="107">
                  <c:v>0.49885299999999999</c:v>
                </c:pt>
                <c:pt idx="108">
                  <c:v>0.37906499999999999</c:v>
                </c:pt>
                <c:pt idx="109">
                  <c:v>0.27313399999999999</c:v>
                </c:pt>
                <c:pt idx="110">
                  <c:v>0.180231</c:v>
                </c:pt>
                <c:pt idx="111">
                  <c:v>9.8478800000000005E-2</c:v>
                </c:pt>
                <c:pt idx="112">
                  <c:v>2.6284999999999999E-2</c:v>
                </c:pt>
                <c:pt idx="113">
                  <c:v>-3.7911800000000002E-2</c:v>
                </c:pt>
                <c:pt idx="114">
                  <c:v>-9.5370700000000003E-2</c:v>
                </c:pt>
                <c:pt idx="115">
                  <c:v>-0.147093</c:v>
                </c:pt>
                <c:pt idx="116">
                  <c:v>-0.19395100000000001</c:v>
                </c:pt>
                <c:pt idx="117">
                  <c:v>-0.236843</c:v>
                </c:pt>
                <c:pt idx="118">
                  <c:v>-0.27627299999999999</c:v>
                </c:pt>
                <c:pt idx="119">
                  <c:v>-0.31261899999999998</c:v>
                </c:pt>
                <c:pt idx="120">
                  <c:v>-0.34626400000000002</c:v>
                </c:pt>
                <c:pt idx="121">
                  <c:v>-0.37740600000000002</c:v>
                </c:pt>
                <c:pt idx="122">
                  <c:v>-0.40624900000000003</c:v>
                </c:pt>
                <c:pt idx="123">
                  <c:v>-0.43289100000000003</c:v>
                </c:pt>
                <c:pt idx="124">
                  <c:v>-0.45759100000000003</c:v>
                </c:pt>
                <c:pt idx="125">
                  <c:v>-0.480848</c:v>
                </c:pt>
                <c:pt idx="126">
                  <c:v>-0.50287199999999999</c:v>
                </c:pt>
                <c:pt idx="127">
                  <c:v>-0.523231</c:v>
                </c:pt>
                <c:pt idx="128">
                  <c:v>-0.54137199999999996</c:v>
                </c:pt>
                <c:pt idx="129">
                  <c:v>-0.557253</c:v>
                </c:pt>
                <c:pt idx="130">
                  <c:v>-0.57157800000000003</c:v>
                </c:pt>
                <c:pt idx="131">
                  <c:v>-0.58502500000000002</c:v>
                </c:pt>
                <c:pt idx="132">
                  <c:v>-0.59769700000000003</c:v>
                </c:pt>
                <c:pt idx="133">
                  <c:v>-0.60916000000000003</c:v>
                </c:pt>
                <c:pt idx="134">
                  <c:v>-0.61918899999999999</c:v>
                </c:pt>
                <c:pt idx="135">
                  <c:v>-0.62837799999999999</c:v>
                </c:pt>
                <c:pt idx="136">
                  <c:v>-0.63841099999999995</c:v>
                </c:pt>
                <c:pt idx="137">
                  <c:v>-0.64859199999999995</c:v>
                </c:pt>
                <c:pt idx="138">
                  <c:v>-0.65020199999999995</c:v>
                </c:pt>
                <c:pt idx="139">
                  <c:v>-0.62309999999999999</c:v>
                </c:pt>
                <c:pt idx="140">
                  <c:v>-0.54920400000000003</c:v>
                </c:pt>
                <c:pt idx="141">
                  <c:v>-0.45266299999999998</c:v>
                </c:pt>
                <c:pt idx="142">
                  <c:v>-0.39266600000000002</c:v>
                </c:pt>
                <c:pt idx="143">
                  <c:v>-0.37845000000000001</c:v>
                </c:pt>
                <c:pt idx="144">
                  <c:v>-0.38272800000000001</c:v>
                </c:pt>
                <c:pt idx="145">
                  <c:v>-0.38180900000000001</c:v>
                </c:pt>
                <c:pt idx="146">
                  <c:v>-0.36971100000000001</c:v>
                </c:pt>
                <c:pt idx="147">
                  <c:v>-0.351433</c:v>
                </c:pt>
                <c:pt idx="148">
                  <c:v>-0.33300000000000002</c:v>
                </c:pt>
                <c:pt idx="149">
                  <c:v>-0.31654399999999999</c:v>
                </c:pt>
                <c:pt idx="150">
                  <c:v>-0.30110799999999999</c:v>
                </c:pt>
                <c:pt idx="151">
                  <c:v>-0.28580499999999998</c:v>
                </c:pt>
                <c:pt idx="152">
                  <c:v>-0.270511</c:v>
                </c:pt>
                <c:pt idx="153">
                  <c:v>-0.25539400000000001</c:v>
                </c:pt>
                <c:pt idx="154">
                  <c:v>-0.24049400000000001</c:v>
                </c:pt>
                <c:pt idx="155">
                  <c:v>-0.22584000000000001</c:v>
                </c:pt>
                <c:pt idx="156">
                  <c:v>-0.21141199999999999</c:v>
                </c:pt>
                <c:pt idx="157">
                  <c:v>-0.197246</c:v>
                </c:pt>
                <c:pt idx="158">
                  <c:v>-0.18332100000000001</c:v>
                </c:pt>
                <c:pt idx="159">
                  <c:v>-0.16964199999999999</c:v>
                </c:pt>
                <c:pt idx="160">
                  <c:v>-0.15615499999999999</c:v>
                </c:pt>
                <c:pt idx="161">
                  <c:v>-0.14285200000000001</c:v>
                </c:pt>
                <c:pt idx="162">
                  <c:v>-0.12970599999999999</c:v>
                </c:pt>
                <c:pt idx="163">
                  <c:v>-0.116671</c:v>
                </c:pt>
                <c:pt idx="164">
                  <c:v>-0.103756</c:v>
                </c:pt>
                <c:pt idx="165">
                  <c:v>-9.0871800000000003E-2</c:v>
                </c:pt>
                <c:pt idx="166">
                  <c:v>-7.8053399999999995E-2</c:v>
                </c:pt>
                <c:pt idx="167">
                  <c:v>-6.5265900000000002E-2</c:v>
                </c:pt>
                <c:pt idx="168">
                  <c:v>-5.25271E-2</c:v>
                </c:pt>
                <c:pt idx="169">
                  <c:v>-3.9818199999999998E-2</c:v>
                </c:pt>
                <c:pt idx="170">
                  <c:v>-2.7057399999999999E-2</c:v>
                </c:pt>
                <c:pt idx="171">
                  <c:v>-1.4195599999999999E-2</c:v>
                </c:pt>
                <c:pt idx="172">
                  <c:v>-1.21788E-3</c:v>
                </c:pt>
                <c:pt idx="173">
                  <c:v>1.18747E-2</c:v>
                </c:pt>
                <c:pt idx="174">
                  <c:v>2.5099400000000001E-2</c:v>
                </c:pt>
                <c:pt idx="175">
                  <c:v>3.8475799999999998E-2</c:v>
                </c:pt>
                <c:pt idx="176">
                  <c:v>5.2026900000000001E-2</c:v>
                </c:pt>
                <c:pt idx="177">
                  <c:v>6.5771800000000005E-2</c:v>
                </c:pt>
                <c:pt idx="178">
                  <c:v>7.9776100000000003E-2</c:v>
                </c:pt>
                <c:pt idx="179">
                  <c:v>9.4038700000000003E-2</c:v>
                </c:pt>
                <c:pt idx="180">
                  <c:v>0.108614</c:v>
                </c:pt>
                <c:pt idx="181">
                  <c:v>0.123533</c:v>
                </c:pt>
                <c:pt idx="182">
                  <c:v>0.13881299999999999</c:v>
                </c:pt>
                <c:pt idx="183">
                  <c:v>0.15450900000000001</c:v>
                </c:pt>
                <c:pt idx="184">
                  <c:v>0.170649</c:v>
                </c:pt>
                <c:pt idx="185">
                  <c:v>0.187303</c:v>
                </c:pt>
                <c:pt idx="186">
                  <c:v>0.20455000000000001</c:v>
                </c:pt>
                <c:pt idx="187">
                  <c:v>0.22246199999999999</c:v>
                </c:pt>
                <c:pt idx="188">
                  <c:v>0.24113399999999999</c:v>
                </c:pt>
                <c:pt idx="189">
                  <c:v>0.26070300000000002</c:v>
                </c:pt>
                <c:pt idx="190">
                  <c:v>0.28132800000000002</c:v>
                </c:pt>
                <c:pt idx="191">
                  <c:v>0.30326999999999998</c:v>
                </c:pt>
                <c:pt idx="192">
                  <c:v>0.326876</c:v>
                </c:pt>
                <c:pt idx="193">
                  <c:v>0.35259400000000002</c:v>
                </c:pt>
                <c:pt idx="194">
                  <c:v>0.38157200000000002</c:v>
                </c:pt>
                <c:pt idx="195">
                  <c:v>0.414072</c:v>
                </c:pt>
                <c:pt idx="196">
                  <c:v>0.45728400000000002</c:v>
                </c:pt>
                <c:pt idx="197">
                  <c:v>0.51698200000000005</c:v>
                </c:pt>
                <c:pt idx="198">
                  <c:v>0.57316500000000004</c:v>
                </c:pt>
                <c:pt idx="199">
                  <c:v>0.93656700000000004</c:v>
                </c:pt>
                <c:pt idx="200">
                  <c:v>0.75493399999999999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288-47F8-8905-F6AC991723C1}"/>
            </c:ext>
          </c:extLst>
        </c:ser>
        <c:ser>
          <c:idx val="0"/>
          <c:order val="1"/>
          <c:tx>
            <c:v>su2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'[1]surface 032'!$H$2:$H$202</c:f>
              <c:numCache>
                <c:formatCode>General</c:formatCode>
                <c:ptCount val="201"/>
                <c:pt idx="0">
                  <c:v>0.99975000000000003</c:v>
                </c:pt>
                <c:pt idx="1">
                  <c:v>0.999</c:v>
                </c:pt>
                <c:pt idx="2">
                  <c:v>0.99775999999999998</c:v>
                </c:pt>
                <c:pt idx="3">
                  <c:v>0.99602000000000002</c:v>
                </c:pt>
                <c:pt idx="4">
                  <c:v>0.99378</c:v>
                </c:pt>
                <c:pt idx="5">
                  <c:v>0.99104999999999999</c:v>
                </c:pt>
                <c:pt idx="6">
                  <c:v>0.98784000000000005</c:v>
                </c:pt>
                <c:pt idx="7">
                  <c:v>0.98412999999999995</c:v>
                </c:pt>
                <c:pt idx="8">
                  <c:v>0.97994999999999999</c:v>
                </c:pt>
                <c:pt idx="9">
                  <c:v>0.97528000000000004</c:v>
                </c:pt>
                <c:pt idx="10">
                  <c:v>0.97014999999999996</c:v>
                </c:pt>
                <c:pt idx="11">
                  <c:v>0.96453999999999995</c:v>
                </c:pt>
                <c:pt idx="12">
                  <c:v>0.95847000000000004</c:v>
                </c:pt>
                <c:pt idx="13">
                  <c:v>0.95194000000000001</c:v>
                </c:pt>
                <c:pt idx="14">
                  <c:v>0.94496000000000002</c:v>
                </c:pt>
                <c:pt idx="15">
                  <c:v>0.93754000000000004</c:v>
                </c:pt>
                <c:pt idx="16">
                  <c:v>0.92969000000000002</c:v>
                </c:pt>
                <c:pt idx="17">
                  <c:v>0.9214</c:v>
                </c:pt>
                <c:pt idx="18">
                  <c:v>0.91269999999999996</c:v>
                </c:pt>
                <c:pt idx="19">
                  <c:v>0.90358000000000005</c:v>
                </c:pt>
                <c:pt idx="20">
                  <c:v>0.89405999999999997</c:v>
                </c:pt>
                <c:pt idx="21">
                  <c:v>0.88414999999999999</c:v>
                </c:pt>
                <c:pt idx="22">
                  <c:v>0.87385000000000002</c:v>
                </c:pt>
                <c:pt idx="23">
                  <c:v>0.86317999999999995</c:v>
                </c:pt>
                <c:pt idx="24">
                  <c:v>0.85216000000000003</c:v>
                </c:pt>
                <c:pt idx="25">
                  <c:v>0.84077000000000002</c:v>
                </c:pt>
                <c:pt idx="26">
                  <c:v>0.82904999999999995</c:v>
                </c:pt>
                <c:pt idx="27">
                  <c:v>0.81701000000000001</c:v>
                </c:pt>
                <c:pt idx="28">
                  <c:v>0.80464000000000002</c:v>
                </c:pt>
                <c:pt idx="29">
                  <c:v>0.79196999999999995</c:v>
                </c:pt>
                <c:pt idx="30">
                  <c:v>0.77900999999999998</c:v>
                </c:pt>
                <c:pt idx="31">
                  <c:v>0.76578000000000002</c:v>
                </c:pt>
                <c:pt idx="32">
                  <c:v>0.75227999999999995</c:v>
                </c:pt>
                <c:pt idx="33">
                  <c:v>0.73851999999999995</c:v>
                </c:pt>
                <c:pt idx="34">
                  <c:v>0.72453000000000001</c:v>
                </c:pt>
                <c:pt idx="35">
                  <c:v>0.71031999999999995</c:v>
                </c:pt>
                <c:pt idx="36">
                  <c:v>0.69589000000000001</c:v>
                </c:pt>
                <c:pt idx="37">
                  <c:v>0.68127000000000004</c:v>
                </c:pt>
                <c:pt idx="38">
                  <c:v>0.66647000000000001</c:v>
                </c:pt>
                <c:pt idx="39">
                  <c:v>0.65149999999999997</c:v>
                </c:pt>
                <c:pt idx="40">
                  <c:v>0.63637999999999995</c:v>
                </c:pt>
                <c:pt idx="41">
                  <c:v>0.62112999999999996</c:v>
                </c:pt>
                <c:pt idx="42">
                  <c:v>0.60575999999999997</c:v>
                </c:pt>
                <c:pt idx="43">
                  <c:v>0.59028000000000003</c:v>
                </c:pt>
                <c:pt idx="44">
                  <c:v>0.57471000000000005</c:v>
                </c:pt>
                <c:pt idx="45">
                  <c:v>0.55906</c:v>
                </c:pt>
                <c:pt idx="46">
                  <c:v>0.54335999999999995</c:v>
                </c:pt>
                <c:pt idx="47">
                  <c:v>0.52761000000000002</c:v>
                </c:pt>
                <c:pt idx="48">
                  <c:v>0.51183999999999996</c:v>
                </c:pt>
                <c:pt idx="49">
                  <c:v>0.49604999999999999</c:v>
                </c:pt>
                <c:pt idx="50">
                  <c:v>0.48026999999999997</c:v>
                </c:pt>
                <c:pt idx="51">
                  <c:v>0.46450999999999998</c:v>
                </c:pt>
                <c:pt idx="52">
                  <c:v>0.44878000000000001</c:v>
                </c:pt>
                <c:pt idx="53">
                  <c:v>0.43310999999999999</c:v>
                </c:pt>
                <c:pt idx="54">
                  <c:v>0.41749999999999998</c:v>
                </c:pt>
                <c:pt idx="55">
                  <c:v>0.40196999999999999</c:v>
                </c:pt>
                <c:pt idx="56">
                  <c:v>0.38653999999999999</c:v>
                </c:pt>
                <c:pt idx="57">
                  <c:v>0.37123</c:v>
                </c:pt>
                <c:pt idx="58">
                  <c:v>0.35604000000000002</c:v>
                </c:pt>
                <c:pt idx="59">
                  <c:v>0.34099000000000002</c:v>
                </c:pt>
                <c:pt idx="60">
                  <c:v>0.32611000000000001</c:v>
                </c:pt>
                <c:pt idx="61">
                  <c:v>0.31140000000000001</c:v>
                </c:pt>
                <c:pt idx="62">
                  <c:v>0.29687000000000002</c:v>
                </c:pt>
                <c:pt idx="63">
                  <c:v>0.28255000000000002</c:v>
                </c:pt>
                <c:pt idx="64">
                  <c:v>0.26845000000000002</c:v>
                </c:pt>
                <c:pt idx="65">
                  <c:v>0.25457000000000002</c:v>
                </c:pt>
                <c:pt idx="66">
                  <c:v>0.24093999999999999</c:v>
                </c:pt>
                <c:pt idx="67">
                  <c:v>0.22756999999999999</c:v>
                </c:pt>
                <c:pt idx="68">
                  <c:v>0.21446999999999999</c:v>
                </c:pt>
                <c:pt idx="69">
                  <c:v>0.20166000000000001</c:v>
                </c:pt>
                <c:pt idx="70">
                  <c:v>0.18914</c:v>
                </c:pt>
                <c:pt idx="71">
                  <c:v>0.17693</c:v>
                </c:pt>
                <c:pt idx="72">
                  <c:v>0.16503999999999999</c:v>
                </c:pt>
                <c:pt idx="73">
                  <c:v>0.15348999999999999</c:v>
                </c:pt>
                <c:pt idx="74">
                  <c:v>0.14229</c:v>
                </c:pt>
                <c:pt idx="75">
                  <c:v>0.13144</c:v>
                </c:pt>
                <c:pt idx="76">
                  <c:v>0.12095</c:v>
                </c:pt>
                <c:pt idx="77">
                  <c:v>0.11085</c:v>
                </c:pt>
                <c:pt idx="78">
                  <c:v>0.10113</c:v>
                </c:pt>
                <c:pt idx="79">
                  <c:v>9.1810000000000003E-2</c:v>
                </c:pt>
                <c:pt idx="80">
                  <c:v>8.2900000000000001E-2</c:v>
                </c:pt>
                <c:pt idx="81">
                  <c:v>7.4399999999999994E-2</c:v>
                </c:pt>
                <c:pt idx="82">
                  <c:v>6.633E-2</c:v>
                </c:pt>
                <c:pt idx="83">
                  <c:v>5.8689999999999999E-2</c:v>
                </c:pt>
                <c:pt idx="84">
                  <c:v>5.1490000000000001E-2</c:v>
                </c:pt>
                <c:pt idx="85">
                  <c:v>4.4740000000000002E-2</c:v>
                </c:pt>
                <c:pt idx="86">
                  <c:v>3.8440000000000002E-2</c:v>
                </c:pt>
                <c:pt idx="87">
                  <c:v>3.2599999999999997E-2</c:v>
                </c:pt>
                <c:pt idx="88">
                  <c:v>2.7230000000000001E-2</c:v>
                </c:pt>
                <c:pt idx="89">
                  <c:v>2.232E-2</c:v>
                </c:pt>
                <c:pt idx="90">
                  <c:v>1.7899999999999999E-2</c:v>
                </c:pt>
                <c:pt idx="91">
                  <c:v>1.3950000000000001E-2</c:v>
                </c:pt>
                <c:pt idx="92">
                  <c:v>1.0489999999999999E-2</c:v>
                </c:pt>
                <c:pt idx="93">
                  <c:v>7.5199999999999998E-3</c:v>
                </c:pt>
                <c:pt idx="94">
                  <c:v>5.0400000000000002E-3</c:v>
                </c:pt>
                <c:pt idx="95">
                  <c:v>3.0500000000000002E-3</c:v>
                </c:pt>
                <c:pt idx="96">
                  <c:v>1.56E-3</c:v>
                </c:pt>
                <c:pt idx="97">
                  <c:v>5.5999999999999995E-4</c:v>
                </c:pt>
                <c:pt idx="98">
                  <c:v>6.0000000000000002E-5</c:v>
                </c:pt>
                <c:pt idx="99">
                  <c:v>0</c:v>
                </c:pt>
                <c:pt idx="101">
                  <c:v>6.0000000000000002E-5</c:v>
                </c:pt>
                <c:pt idx="102">
                  <c:v>5.5999999999999995E-4</c:v>
                </c:pt>
                <c:pt idx="103">
                  <c:v>1.56E-3</c:v>
                </c:pt>
                <c:pt idx="104">
                  <c:v>3.0500000000000002E-3</c:v>
                </c:pt>
                <c:pt idx="105">
                  <c:v>5.0400000000000002E-3</c:v>
                </c:pt>
                <c:pt idx="106">
                  <c:v>7.5199999999999998E-3</c:v>
                </c:pt>
                <c:pt idx="107">
                  <c:v>1.0489999999999999E-2</c:v>
                </c:pt>
                <c:pt idx="108">
                  <c:v>1.3950000000000001E-2</c:v>
                </c:pt>
                <c:pt idx="109">
                  <c:v>1.7899999999999999E-2</c:v>
                </c:pt>
                <c:pt idx="110">
                  <c:v>2.232E-2</c:v>
                </c:pt>
                <c:pt idx="111">
                  <c:v>2.7230000000000001E-2</c:v>
                </c:pt>
                <c:pt idx="112">
                  <c:v>3.2599999999999997E-2</c:v>
                </c:pt>
                <c:pt idx="113">
                  <c:v>3.8440000000000002E-2</c:v>
                </c:pt>
                <c:pt idx="114">
                  <c:v>4.4740000000000002E-2</c:v>
                </c:pt>
                <c:pt idx="115">
                  <c:v>5.1490000000000001E-2</c:v>
                </c:pt>
                <c:pt idx="116">
                  <c:v>5.8689999999999999E-2</c:v>
                </c:pt>
                <c:pt idx="117">
                  <c:v>6.633E-2</c:v>
                </c:pt>
                <c:pt idx="118">
                  <c:v>7.4399999999999994E-2</c:v>
                </c:pt>
                <c:pt idx="119">
                  <c:v>8.2900000000000001E-2</c:v>
                </c:pt>
                <c:pt idx="120">
                  <c:v>9.1810000000000003E-2</c:v>
                </c:pt>
                <c:pt idx="121">
                  <c:v>0.10113</c:v>
                </c:pt>
                <c:pt idx="122">
                  <c:v>0.11085</c:v>
                </c:pt>
                <c:pt idx="123">
                  <c:v>0.12095</c:v>
                </c:pt>
                <c:pt idx="124">
                  <c:v>0.13144</c:v>
                </c:pt>
                <c:pt idx="125">
                  <c:v>0.14229</c:v>
                </c:pt>
                <c:pt idx="126">
                  <c:v>0.15348999999999999</c:v>
                </c:pt>
                <c:pt idx="127">
                  <c:v>0.16503999999999999</c:v>
                </c:pt>
                <c:pt idx="128">
                  <c:v>0.17693</c:v>
                </c:pt>
                <c:pt idx="129">
                  <c:v>0.18914</c:v>
                </c:pt>
                <c:pt idx="130">
                  <c:v>0.20166000000000001</c:v>
                </c:pt>
                <c:pt idx="131">
                  <c:v>0.21446999999999999</c:v>
                </c:pt>
                <c:pt idx="132">
                  <c:v>0.22756999999999999</c:v>
                </c:pt>
                <c:pt idx="133">
                  <c:v>0.24093999999999999</c:v>
                </c:pt>
                <c:pt idx="134">
                  <c:v>0.25457000000000002</c:v>
                </c:pt>
                <c:pt idx="135">
                  <c:v>0.26845000000000002</c:v>
                </c:pt>
                <c:pt idx="136">
                  <c:v>0.28255000000000002</c:v>
                </c:pt>
                <c:pt idx="137">
                  <c:v>0.29687000000000002</c:v>
                </c:pt>
                <c:pt idx="138">
                  <c:v>0.31140000000000001</c:v>
                </c:pt>
                <c:pt idx="139">
                  <c:v>0.32611000000000001</c:v>
                </c:pt>
                <c:pt idx="140">
                  <c:v>0.34099000000000002</c:v>
                </c:pt>
                <c:pt idx="141">
                  <c:v>0.35604000000000002</c:v>
                </c:pt>
                <c:pt idx="142">
                  <c:v>0.37123</c:v>
                </c:pt>
                <c:pt idx="143">
                  <c:v>0.38653999999999999</c:v>
                </c:pt>
                <c:pt idx="144">
                  <c:v>0.40196999999999999</c:v>
                </c:pt>
                <c:pt idx="145">
                  <c:v>0.41749999999999998</c:v>
                </c:pt>
                <c:pt idx="146">
                  <c:v>0.43310999999999999</c:v>
                </c:pt>
                <c:pt idx="147">
                  <c:v>0.44878000000000001</c:v>
                </c:pt>
                <c:pt idx="148">
                  <c:v>0.46450999999999998</c:v>
                </c:pt>
                <c:pt idx="149">
                  <c:v>0.48026999999999997</c:v>
                </c:pt>
                <c:pt idx="150">
                  <c:v>0.49604999999999999</c:v>
                </c:pt>
                <c:pt idx="151">
                  <c:v>0.51183999999999996</c:v>
                </c:pt>
                <c:pt idx="152">
                  <c:v>0.52761000000000002</c:v>
                </c:pt>
                <c:pt idx="153">
                  <c:v>0.54335999999999995</c:v>
                </c:pt>
                <c:pt idx="154">
                  <c:v>0.55906</c:v>
                </c:pt>
                <c:pt idx="155">
                  <c:v>0.57471000000000005</c:v>
                </c:pt>
                <c:pt idx="156">
                  <c:v>0.59028000000000003</c:v>
                </c:pt>
                <c:pt idx="157">
                  <c:v>0.60575999999999997</c:v>
                </c:pt>
                <c:pt idx="158">
                  <c:v>0.62112999999999996</c:v>
                </c:pt>
                <c:pt idx="159">
                  <c:v>0.63637999999999995</c:v>
                </c:pt>
                <c:pt idx="160">
                  <c:v>0.65149999999999997</c:v>
                </c:pt>
                <c:pt idx="161">
                  <c:v>0.66647000000000001</c:v>
                </c:pt>
                <c:pt idx="162">
                  <c:v>0.68127000000000004</c:v>
                </c:pt>
                <c:pt idx="163">
                  <c:v>0.69589000000000001</c:v>
                </c:pt>
                <c:pt idx="164">
                  <c:v>0.71031999999999995</c:v>
                </c:pt>
                <c:pt idx="165">
                  <c:v>0.72453000000000001</c:v>
                </c:pt>
                <c:pt idx="166">
                  <c:v>0.73851999999999995</c:v>
                </c:pt>
                <c:pt idx="167">
                  <c:v>0.75227999999999995</c:v>
                </c:pt>
                <c:pt idx="168">
                  <c:v>0.76578000000000002</c:v>
                </c:pt>
                <c:pt idx="169">
                  <c:v>0.77900999999999998</c:v>
                </c:pt>
                <c:pt idx="170">
                  <c:v>0.79196999999999995</c:v>
                </c:pt>
                <c:pt idx="171">
                  <c:v>0.80464000000000002</c:v>
                </c:pt>
                <c:pt idx="172">
                  <c:v>0.81701000000000001</c:v>
                </c:pt>
                <c:pt idx="173">
                  <c:v>0.82904999999999995</c:v>
                </c:pt>
                <c:pt idx="174">
                  <c:v>0.84077000000000002</c:v>
                </c:pt>
                <c:pt idx="175">
                  <c:v>0.85216000000000003</c:v>
                </c:pt>
                <c:pt idx="176">
                  <c:v>0.86317999999999995</c:v>
                </c:pt>
                <c:pt idx="177">
                  <c:v>0.87385000000000002</c:v>
                </c:pt>
                <c:pt idx="178">
                  <c:v>0.88414999999999999</c:v>
                </c:pt>
                <c:pt idx="179">
                  <c:v>0.89405999999999997</c:v>
                </c:pt>
                <c:pt idx="180">
                  <c:v>0.90358000000000005</c:v>
                </c:pt>
                <c:pt idx="181">
                  <c:v>0.91269999999999996</c:v>
                </c:pt>
                <c:pt idx="182">
                  <c:v>0.9214</c:v>
                </c:pt>
                <c:pt idx="183">
                  <c:v>0.92969000000000002</c:v>
                </c:pt>
                <c:pt idx="184">
                  <c:v>0.93754000000000004</c:v>
                </c:pt>
                <c:pt idx="185">
                  <c:v>0.94496000000000002</c:v>
                </c:pt>
                <c:pt idx="186">
                  <c:v>0.95194000000000001</c:v>
                </c:pt>
                <c:pt idx="187">
                  <c:v>0.95847000000000004</c:v>
                </c:pt>
                <c:pt idx="188">
                  <c:v>0.96453999999999995</c:v>
                </c:pt>
                <c:pt idx="189">
                  <c:v>0.97014999999999996</c:v>
                </c:pt>
                <c:pt idx="190">
                  <c:v>0.97528000000000004</c:v>
                </c:pt>
                <c:pt idx="191">
                  <c:v>0.97994999999999999</c:v>
                </c:pt>
                <c:pt idx="192">
                  <c:v>0.98412999999999995</c:v>
                </c:pt>
                <c:pt idx="193">
                  <c:v>0.98784000000000005</c:v>
                </c:pt>
                <c:pt idx="194">
                  <c:v>0.99104999999999999</c:v>
                </c:pt>
                <c:pt idx="195">
                  <c:v>0.99378</c:v>
                </c:pt>
                <c:pt idx="196">
                  <c:v>0.99602000000000002</c:v>
                </c:pt>
                <c:pt idx="197">
                  <c:v>0.99775999999999998</c:v>
                </c:pt>
                <c:pt idx="198">
                  <c:v>0.999</c:v>
                </c:pt>
                <c:pt idx="199">
                  <c:v>0.99975000000000003</c:v>
                </c:pt>
                <c:pt idx="200">
                  <c:v>1</c:v>
                </c:pt>
              </c:numCache>
            </c:numRef>
          </c:xVal>
          <c:yVal>
            <c:numRef>
              <c:f>'[1]surface 032'!$I$2:$I$202</c:f>
              <c:numCache>
                <c:formatCode>General</c:formatCode>
                <c:ptCount val="201"/>
                <c:pt idx="0">
                  <c:v>0.96555599999999997</c:v>
                </c:pt>
                <c:pt idx="1">
                  <c:v>0.60231999999999997</c:v>
                </c:pt>
                <c:pt idx="2">
                  <c:v>0.52927900000000005</c:v>
                </c:pt>
                <c:pt idx="3">
                  <c:v>0.44798900000000003</c:v>
                </c:pt>
                <c:pt idx="4">
                  <c:v>0.38257000000000002</c:v>
                </c:pt>
                <c:pt idx="5">
                  <c:v>0.33159699999999998</c:v>
                </c:pt>
                <c:pt idx="6">
                  <c:v>0.29637000000000002</c:v>
                </c:pt>
                <c:pt idx="7">
                  <c:v>0.28276499999999999</c:v>
                </c:pt>
                <c:pt idx="8">
                  <c:v>0.290906</c:v>
                </c:pt>
                <c:pt idx="9">
                  <c:v>0.31481799999999999</c:v>
                </c:pt>
                <c:pt idx="10">
                  <c:v>0.344553</c:v>
                </c:pt>
                <c:pt idx="11">
                  <c:v>0.36980299999999999</c:v>
                </c:pt>
                <c:pt idx="12">
                  <c:v>0.38342500000000002</c:v>
                </c:pt>
                <c:pt idx="13">
                  <c:v>0.38284600000000002</c:v>
                </c:pt>
                <c:pt idx="14">
                  <c:v>0.36919299999999999</c:v>
                </c:pt>
                <c:pt idx="15">
                  <c:v>0.34604800000000002</c:v>
                </c:pt>
                <c:pt idx="16">
                  <c:v>0.31789200000000001</c:v>
                </c:pt>
                <c:pt idx="17">
                  <c:v>0.28890900000000003</c:v>
                </c:pt>
                <c:pt idx="18">
                  <c:v>0.26201200000000002</c:v>
                </c:pt>
                <c:pt idx="19">
                  <c:v>0.238318</c:v>
                </c:pt>
                <c:pt idx="20">
                  <c:v>0.21743499999999999</c:v>
                </c:pt>
                <c:pt idx="21">
                  <c:v>0.19822400000000001</c:v>
                </c:pt>
                <c:pt idx="22">
                  <c:v>0.17933199999999999</c:v>
                </c:pt>
                <c:pt idx="23">
                  <c:v>0.15979299999999999</c:v>
                </c:pt>
                <c:pt idx="24">
                  <c:v>0.138955</c:v>
                </c:pt>
                <c:pt idx="25">
                  <c:v>0.116552</c:v>
                </c:pt>
                <c:pt idx="26">
                  <c:v>9.2616599999999993E-2</c:v>
                </c:pt>
                <c:pt idx="27">
                  <c:v>6.7201800000000006E-2</c:v>
                </c:pt>
                <c:pt idx="28">
                  <c:v>4.0533100000000002E-2</c:v>
                </c:pt>
                <c:pt idx="29">
                  <c:v>1.2786199999999999E-2</c:v>
                </c:pt>
                <c:pt idx="30">
                  <c:v>-1.58301E-2</c:v>
                </c:pt>
                <c:pt idx="31">
                  <c:v>-4.5070100000000002E-2</c:v>
                </c:pt>
                <c:pt idx="32">
                  <c:v>-7.4898999999999993E-2</c:v>
                </c:pt>
                <c:pt idx="33">
                  <c:v>-0.105076</c:v>
                </c:pt>
                <c:pt idx="34">
                  <c:v>-0.135436</c:v>
                </c:pt>
                <c:pt idx="35">
                  <c:v>-0.165854</c:v>
                </c:pt>
                <c:pt idx="36">
                  <c:v>-0.196326</c:v>
                </c:pt>
                <c:pt idx="37">
                  <c:v>-0.226831</c:v>
                </c:pt>
                <c:pt idx="38">
                  <c:v>-0.25667899999999999</c:v>
                </c:pt>
                <c:pt idx="39">
                  <c:v>-0.28503400000000001</c:v>
                </c:pt>
                <c:pt idx="40">
                  <c:v>-0.31227300000000002</c:v>
                </c:pt>
                <c:pt idx="41">
                  <c:v>-0.34046199999999999</c:v>
                </c:pt>
                <c:pt idx="42">
                  <c:v>-0.36858600000000002</c:v>
                </c:pt>
                <c:pt idx="43">
                  <c:v>-0.38862200000000002</c:v>
                </c:pt>
                <c:pt idx="44">
                  <c:v>-0.38891700000000001</c:v>
                </c:pt>
                <c:pt idx="45">
                  <c:v>-0.36726999999999999</c:v>
                </c:pt>
                <c:pt idx="46">
                  <c:v>-0.35007500000000003</c:v>
                </c:pt>
                <c:pt idx="47">
                  <c:v>-0.39313399999999998</c:v>
                </c:pt>
                <c:pt idx="48">
                  <c:v>-0.53467600000000004</c:v>
                </c:pt>
                <c:pt idx="49">
                  <c:v>-0.67457699999999998</c:v>
                </c:pt>
                <c:pt idx="50">
                  <c:v>-0.72516599999999998</c:v>
                </c:pt>
                <c:pt idx="51">
                  <c:v>-0.72439799999999999</c:v>
                </c:pt>
                <c:pt idx="52">
                  <c:v>-0.71458600000000005</c:v>
                </c:pt>
                <c:pt idx="53">
                  <c:v>-0.71221299999999998</c:v>
                </c:pt>
                <c:pt idx="54">
                  <c:v>-0.714476</c:v>
                </c:pt>
                <c:pt idx="55">
                  <c:v>-0.71656600000000004</c:v>
                </c:pt>
                <c:pt idx="56">
                  <c:v>-0.71743199999999996</c:v>
                </c:pt>
                <c:pt idx="57">
                  <c:v>-0.71747399999999995</c:v>
                </c:pt>
                <c:pt idx="58">
                  <c:v>-0.71715200000000001</c:v>
                </c:pt>
                <c:pt idx="59">
                  <c:v>-0.71705600000000003</c:v>
                </c:pt>
                <c:pt idx="60">
                  <c:v>-0.71793399999999996</c:v>
                </c:pt>
                <c:pt idx="61">
                  <c:v>-0.720198</c:v>
                </c:pt>
                <c:pt idx="62">
                  <c:v>-0.72381700000000004</c:v>
                </c:pt>
                <c:pt idx="63">
                  <c:v>-0.72857400000000005</c:v>
                </c:pt>
                <c:pt idx="64">
                  <c:v>-0.73435300000000003</c:v>
                </c:pt>
                <c:pt idx="65">
                  <c:v>-0.74109899999999995</c:v>
                </c:pt>
                <c:pt idx="66">
                  <c:v>-0.74852600000000002</c:v>
                </c:pt>
                <c:pt idx="67">
                  <c:v>-0.75610999999999995</c:v>
                </c:pt>
                <c:pt idx="68">
                  <c:v>-0.76323799999999997</c:v>
                </c:pt>
                <c:pt idx="69">
                  <c:v>-0.76970300000000003</c:v>
                </c:pt>
                <c:pt idx="70">
                  <c:v>-0.77580400000000005</c:v>
                </c:pt>
                <c:pt idx="71">
                  <c:v>-0.78226499999999999</c:v>
                </c:pt>
                <c:pt idx="72">
                  <c:v>-0.78975300000000004</c:v>
                </c:pt>
                <c:pt idx="73">
                  <c:v>-0.79856899999999997</c:v>
                </c:pt>
                <c:pt idx="74">
                  <c:v>-0.80836300000000005</c:v>
                </c:pt>
                <c:pt idx="75">
                  <c:v>-0.81797799999999998</c:v>
                </c:pt>
                <c:pt idx="76">
                  <c:v>-0.82570200000000005</c:v>
                </c:pt>
                <c:pt idx="77">
                  <c:v>-0.83086000000000004</c:v>
                </c:pt>
                <c:pt idx="78">
                  <c:v>-0.83451399999999998</c:v>
                </c:pt>
                <c:pt idx="79">
                  <c:v>-0.83815700000000004</c:v>
                </c:pt>
                <c:pt idx="80">
                  <c:v>-0.84186899999999998</c:v>
                </c:pt>
                <c:pt idx="81">
                  <c:v>-0.84429399999999999</c:v>
                </c:pt>
                <c:pt idx="82">
                  <c:v>-0.84396899999999997</c:v>
                </c:pt>
                <c:pt idx="83">
                  <c:v>-0.83975500000000003</c:v>
                </c:pt>
                <c:pt idx="84">
                  <c:v>-0.83068399999999998</c:v>
                </c:pt>
                <c:pt idx="85">
                  <c:v>-0.81621600000000005</c:v>
                </c:pt>
                <c:pt idx="86">
                  <c:v>-0.79566000000000003</c:v>
                </c:pt>
                <c:pt idx="87">
                  <c:v>-0.76691200000000004</c:v>
                </c:pt>
                <c:pt idx="88">
                  <c:v>-0.72637799999999997</c:v>
                </c:pt>
                <c:pt idx="89">
                  <c:v>-0.67024700000000004</c:v>
                </c:pt>
                <c:pt idx="90">
                  <c:v>-0.59350199999999997</c:v>
                </c:pt>
                <c:pt idx="91">
                  <c:v>-0.49033900000000002</c:v>
                </c:pt>
                <c:pt idx="92">
                  <c:v>-0.35409400000000002</c:v>
                </c:pt>
                <c:pt idx="93">
                  <c:v>-0.17871200000000001</c:v>
                </c:pt>
                <c:pt idx="94">
                  <c:v>3.8831499999999998E-2</c:v>
                </c:pt>
                <c:pt idx="95">
                  <c:v>0.28904299999999999</c:v>
                </c:pt>
                <c:pt idx="96">
                  <c:v>0.55589500000000003</c:v>
                </c:pt>
                <c:pt idx="97">
                  <c:v>0.841422</c:v>
                </c:pt>
                <c:pt idx="98">
                  <c:v>1.0002899999999999</c:v>
                </c:pt>
                <c:pt idx="99">
                  <c:v>1.0499000000000001</c:v>
                </c:pt>
                <c:pt idx="101">
                  <c:v>1.1308400000000001</c:v>
                </c:pt>
                <c:pt idx="102">
                  <c:v>1.1686000000000001</c:v>
                </c:pt>
                <c:pt idx="103">
                  <c:v>1.12009</c:v>
                </c:pt>
                <c:pt idx="104">
                  <c:v>1.0315700000000001</c:v>
                </c:pt>
                <c:pt idx="105">
                  <c:v>0.90147600000000006</c:v>
                </c:pt>
                <c:pt idx="106">
                  <c:v>0.75313699999999995</c:v>
                </c:pt>
                <c:pt idx="107">
                  <c:v>0.59776399999999996</c:v>
                </c:pt>
                <c:pt idx="108">
                  <c:v>0.44567899999999999</c:v>
                </c:pt>
                <c:pt idx="109">
                  <c:v>0.30233500000000002</c:v>
                </c:pt>
                <c:pt idx="110">
                  <c:v>0.17124900000000001</c:v>
                </c:pt>
                <c:pt idx="111">
                  <c:v>5.3454700000000001E-2</c:v>
                </c:pt>
                <c:pt idx="112">
                  <c:v>-5.1041700000000002E-2</c:v>
                </c:pt>
                <c:pt idx="113">
                  <c:v>-0.14326900000000001</c:v>
                </c:pt>
                <c:pt idx="114">
                  <c:v>-0.22418299999999999</c:v>
                </c:pt>
                <c:pt idx="115">
                  <c:v>-0.29489300000000002</c:v>
                </c:pt>
                <c:pt idx="116">
                  <c:v>-0.35663899999999998</c:v>
                </c:pt>
                <c:pt idx="117">
                  <c:v>-0.410777</c:v>
                </c:pt>
                <c:pt idx="118">
                  <c:v>-0.458256</c:v>
                </c:pt>
                <c:pt idx="119">
                  <c:v>-0.49978299999999998</c:v>
                </c:pt>
                <c:pt idx="120">
                  <c:v>-0.53616699999999995</c:v>
                </c:pt>
                <c:pt idx="121">
                  <c:v>-0.56798300000000002</c:v>
                </c:pt>
                <c:pt idx="122">
                  <c:v>-0.59560900000000006</c:v>
                </c:pt>
                <c:pt idx="123">
                  <c:v>-0.61903399999999997</c:v>
                </c:pt>
                <c:pt idx="124">
                  <c:v>-0.63803600000000005</c:v>
                </c:pt>
                <c:pt idx="125">
                  <c:v>-0.65337500000000004</c:v>
                </c:pt>
                <c:pt idx="126">
                  <c:v>-0.66650600000000004</c:v>
                </c:pt>
                <c:pt idx="127">
                  <c:v>-0.67839400000000005</c:v>
                </c:pt>
                <c:pt idx="128">
                  <c:v>-0.68849800000000005</c:v>
                </c:pt>
                <c:pt idx="129">
                  <c:v>-0.69550699999999999</c:v>
                </c:pt>
                <c:pt idx="130">
                  <c:v>-0.69915499999999997</c:v>
                </c:pt>
                <c:pt idx="131">
                  <c:v>-0.70037899999999997</c:v>
                </c:pt>
                <c:pt idx="132">
                  <c:v>-0.70034300000000005</c:v>
                </c:pt>
                <c:pt idx="133">
                  <c:v>-0.69925000000000004</c:v>
                </c:pt>
                <c:pt idx="134">
                  <c:v>-0.69669000000000003</c:v>
                </c:pt>
                <c:pt idx="135">
                  <c:v>-0.69323500000000005</c:v>
                </c:pt>
                <c:pt idx="136">
                  <c:v>-0.69288700000000003</c:v>
                </c:pt>
                <c:pt idx="137">
                  <c:v>-0.69826600000000005</c:v>
                </c:pt>
                <c:pt idx="138">
                  <c:v>-0.69655599999999995</c:v>
                </c:pt>
                <c:pt idx="139">
                  <c:v>-0.65185899999999997</c:v>
                </c:pt>
                <c:pt idx="140">
                  <c:v>-0.52981800000000001</c:v>
                </c:pt>
                <c:pt idx="141">
                  <c:v>-0.39690500000000001</c:v>
                </c:pt>
                <c:pt idx="142">
                  <c:v>-0.34692899999999999</c:v>
                </c:pt>
                <c:pt idx="143">
                  <c:v>-0.36072300000000002</c:v>
                </c:pt>
                <c:pt idx="144">
                  <c:v>-0.39272099999999999</c:v>
                </c:pt>
                <c:pt idx="145">
                  <c:v>-0.41503800000000002</c:v>
                </c:pt>
                <c:pt idx="146">
                  <c:v>-0.42431200000000002</c:v>
                </c:pt>
                <c:pt idx="147">
                  <c:v>-0.42624899999999999</c:v>
                </c:pt>
                <c:pt idx="148">
                  <c:v>-0.42564299999999999</c:v>
                </c:pt>
                <c:pt idx="149">
                  <c:v>-0.42410799999999998</c:v>
                </c:pt>
                <c:pt idx="150">
                  <c:v>-0.42125200000000002</c:v>
                </c:pt>
                <c:pt idx="151">
                  <c:v>-0.41651199999999999</c:v>
                </c:pt>
                <c:pt idx="152">
                  <c:v>-0.40988799999999997</c:v>
                </c:pt>
                <c:pt idx="153">
                  <c:v>-0.40179999999999999</c:v>
                </c:pt>
                <c:pt idx="154">
                  <c:v>-0.392621</c:v>
                </c:pt>
                <c:pt idx="155">
                  <c:v>-0.38248100000000002</c:v>
                </c:pt>
                <c:pt idx="156">
                  <c:v>-0.37124600000000002</c:v>
                </c:pt>
                <c:pt idx="157">
                  <c:v>-0.35882500000000001</c:v>
                </c:pt>
                <c:pt idx="158">
                  <c:v>-0.345223</c:v>
                </c:pt>
                <c:pt idx="159">
                  <c:v>-0.33059899999999998</c:v>
                </c:pt>
                <c:pt idx="160">
                  <c:v>-0.31509100000000001</c:v>
                </c:pt>
                <c:pt idx="161">
                  <c:v>-0.298848</c:v>
                </c:pt>
                <c:pt idx="162">
                  <c:v>-0.28197899999999998</c:v>
                </c:pt>
                <c:pt idx="163">
                  <c:v>-0.26457900000000001</c:v>
                </c:pt>
                <c:pt idx="164">
                  <c:v>-0.246783</c:v>
                </c:pt>
                <c:pt idx="165">
                  <c:v>-0.228655</c:v>
                </c:pt>
                <c:pt idx="166">
                  <c:v>-0.21035300000000001</c:v>
                </c:pt>
                <c:pt idx="167">
                  <c:v>-0.19206999999999999</c:v>
                </c:pt>
                <c:pt idx="168">
                  <c:v>-0.17402699999999999</c:v>
                </c:pt>
                <c:pt idx="169">
                  <c:v>-0.15631300000000001</c:v>
                </c:pt>
                <c:pt idx="170">
                  <c:v>-0.138851</c:v>
                </c:pt>
                <c:pt idx="171">
                  <c:v>-0.12156599999999999</c:v>
                </c:pt>
                <c:pt idx="172">
                  <c:v>-0.104422</c:v>
                </c:pt>
                <c:pt idx="173">
                  <c:v>-8.7341100000000005E-2</c:v>
                </c:pt>
                <c:pt idx="174">
                  <c:v>-7.0146200000000006E-2</c:v>
                </c:pt>
                <c:pt idx="175">
                  <c:v>-5.2661300000000001E-2</c:v>
                </c:pt>
                <c:pt idx="176">
                  <c:v>-3.4855700000000003E-2</c:v>
                </c:pt>
                <c:pt idx="177">
                  <c:v>-1.7034199999999999E-2</c:v>
                </c:pt>
                <c:pt idx="178">
                  <c:v>4.4941400000000001E-6</c:v>
                </c:pt>
                <c:pt idx="179">
                  <c:v>1.48621E-2</c:v>
                </c:pt>
                <c:pt idx="180">
                  <c:v>2.57579E-2</c:v>
                </c:pt>
                <c:pt idx="181">
                  <c:v>3.09882E-2</c:v>
                </c:pt>
                <c:pt idx="182">
                  <c:v>2.98929E-2</c:v>
                </c:pt>
                <c:pt idx="183">
                  <c:v>2.4247100000000001E-2</c:v>
                </c:pt>
                <c:pt idx="184">
                  <c:v>1.9539600000000001E-2</c:v>
                </c:pt>
                <c:pt idx="185">
                  <c:v>2.4621899999999999E-2</c:v>
                </c:pt>
                <c:pt idx="186">
                  <c:v>4.9282899999999998E-2</c:v>
                </c:pt>
                <c:pt idx="187">
                  <c:v>9.9305400000000002E-2</c:v>
                </c:pt>
                <c:pt idx="188">
                  <c:v>0.17169499999999999</c:v>
                </c:pt>
                <c:pt idx="189">
                  <c:v>0.25478000000000001</c:v>
                </c:pt>
                <c:pt idx="190">
                  <c:v>0.33454299999999998</c:v>
                </c:pt>
                <c:pt idx="191">
                  <c:v>0.402285</c:v>
                </c:pt>
                <c:pt idx="192">
                  <c:v>0.45399699999999998</c:v>
                </c:pt>
                <c:pt idx="193">
                  <c:v>0.48947299999999999</c:v>
                </c:pt>
                <c:pt idx="194">
                  <c:v>0.51297400000000004</c:v>
                </c:pt>
                <c:pt idx="195">
                  <c:v>0.52981299999999998</c:v>
                </c:pt>
                <c:pt idx="196">
                  <c:v>0.55241200000000001</c:v>
                </c:pt>
                <c:pt idx="197">
                  <c:v>0.59259600000000001</c:v>
                </c:pt>
                <c:pt idx="198">
                  <c:v>0.63357200000000002</c:v>
                </c:pt>
                <c:pt idx="199">
                  <c:v>0.97840800000000006</c:v>
                </c:pt>
                <c:pt idx="200">
                  <c:v>0.81244700000000003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288-47F8-8905-F6AC991723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1439904"/>
        <c:axId val="1141436544"/>
      </c:scatterChart>
      <c:valAx>
        <c:axId val="1141439904"/>
        <c:scaling>
          <c:orientation val="minMax"/>
          <c:max val="1"/>
          <c:min val="0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41436544"/>
        <c:crosses val="autoZero"/>
        <c:crossBetween val="midCat"/>
      </c:valAx>
      <c:valAx>
        <c:axId val="1141436544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41439904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DRAG / EVALUATION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Sheet1!$E$5:$E$26</c:f>
              <c:numCache>
                <c:formatCode>General</c:formatCode>
                <c:ptCount val="2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</c:numCache>
            </c:numRef>
          </c:xVal>
          <c:yVal>
            <c:numRef>
              <c:f>Sheet1!$F$5:$F$26</c:f>
              <c:numCache>
                <c:formatCode>General</c:formatCode>
                <c:ptCount val="22"/>
                <c:pt idx="0">
                  <c:v>2.1480545479999998E-2</c:v>
                </c:pt>
                <c:pt idx="1">
                  <c:v>9.2196322609999996E-3</c:v>
                </c:pt>
                <c:pt idx="2">
                  <c:v>4.102001892E-3</c:v>
                </c:pt>
                <c:pt idx="3">
                  <c:v>2.758595219E-3</c:v>
                </c:pt>
                <c:pt idx="4">
                  <c:v>2.2848628250000001E-3</c:v>
                </c:pt>
                <c:pt idx="5">
                  <c:v>1.6488069700000001E-3</c:v>
                </c:pt>
                <c:pt idx="6">
                  <c:v>1.5711499409999999E-3</c:v>
                </c:pt>
                <c:pt idx="7">
                  <c:v>1.3369868710000001E-3</c:v>
                </c:pt>
                <c:pt idx="8">
                  <c:v>1.3119340389999999E-3</c:v>
                </c:pt>
                <c:pt idx="9">
                  <c:v>1.204646964E-3</c:v>
                </c:pt>
                <c:pt idx="10">
                  <c:v>1.086119E-3</c:v>
                </c:pt>
                <c:pt idx="11">
                  <c:v>1.081490876E-3</c:v>
                </c:pt>
                <c:pt idx="12">
                  <c:v>1.2189882019999999E-3</c:v>
                </c:pt>
                <c:pt idx="13">
                  <c:v>1.0896717099999999E-3</c:v>
                </c:pt>
                <c:pt idx="14">
                  <c:v>1.082259744E-3</c:v>
                </c:pt>
                <c:pt idx="15">
                  <c:v>1.0815673119999999E-3</c:v>
                </c:pt>
                <c:pt idx="16">
                  <c:v>1.0814985150000001E-3</c:v>
                </c:pt>
                <c:pt idx="17">
                  <c:v>1.081491639E-3</c:v>
                </c:pt>
                <c:pt idx="18">
                  <c:v>1.0814909519999999E-3</c:v>
                </c:pt>
                <c:pt idx="19">
                  <c:v>1.081490881E-3</c:v>
                </c:pt>
                <c:pt idx="20">
                  <c:v>1.08149088E-3</c:v>
                </c:pt>
                <c:pt idx="21">
                  <c:v>1.081490876E-3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D60-40FF-82FD-6125709E3A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1279824"/>
        <c:axId val="1111280304"/>
      </c:scatterChart>
      <c:valAx>
        <c:axId val="1111279824"/>
        <c:scaling>
          <c:orientation val="minMax"/>
          <c:max val="2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11280304"/>
        <c:crosses val="autoZero"/>
        <c:crossBetween val="midCat"/>
      </c:valAx>
      <c:valAx>
        <c:axId val="1111280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112798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LIFT / EVALUTION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Sheet1!$E$5:$E$26</c:f>
              <c:numCache>
                <c:formatCode>General</c:formatCode>
                <c:ptCount val="2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</c:numCache>
            </c:numRef>
          </c:xVal>
          <c:yVal>
            <c:numRef>
              <c:f>Sheet1!$G$5:$G$26</c:f>
              <c:numCache>
                <c:formatCode>General</c:formatCode>
                <c:ptCount val="22"/>
                <c:pt idx="0">
                  <c:v>0.32848621300000003</c:v>
                </c:pt>
                <c:pt idx="1">
                  <c:v>0.24009452449999999</c:v>
                </c:pt>
                <c:pt idx="2">
                  <c:v>-5.6872040420000002E-3</c:v>
                </c:pt>
                <c:pt idx="3">
                  <c:v>3.066245477E-2</c:v>
                </c:pt>
                <c:pt idx="4">
                  <c:v>4.7049607719999997E-2</c:v>
                </c:pt>
                <c:pt idx="5">
                  <c:v>7.7715949120000002E-2</c:v>
                </c:pt>
                <c:pt idx="6">
                  <c:v>8.2744811500000001E-2</c:v>
                </c:pt>
                <c:pt idx="7">
                  <c:v>0.1114287974</c:v>
                </c:pt>
                <c:pt idx="8">
                  <c:v>0.11214907070000001</c:v>
                </c:pt>
                <c:pt idx="9">
                  <c:v>0.1083283516</c:v>
                </c:pt>
                <c:pt idx="10">
                  <c:v>9.7252494999999994E-2</c:v>
                </c:pt>
                <c:pt idx="11">
                  <c:v>8.1267861849999998E-2</c:v>
                </c:pt>
                <c:pt idx="12">
                  <c:v>6.228153661E-2</c:v>
                </c:pt>
                <c:pt idx="13">
                  <c:v>7.9388633819999999E-2</c:v>
                </c:pt>
                <c:pt idx="14">
                  <c:v>8.1080551929999994E-2</c:v>
                </c:pt>
                <c:pt idx="15">
                  <c:v>8.1249132530000004E-2</c:v>
                </c:pt>
                <c:pt idx="16">
                  <c:v>8.1265988979999995E-2</c:v>
                </c:pt>
                <c:pt idx="17">
                  <c:v>8.1267674550000002E-2</c:v>
                </c:pt>
                <c:pt idx="18">
                  <c:v>8.1267843029999995E-2</c:v>
                </c:pt>
                <c:pt idx="19">
                  <c:v>8.1267860060000002E-2</c:v>
                </c:pt>
                <c:pt idx="20">
                  <c:v>8.1267861770000005E-2</c:v>
                </c:pt>
                <c:pt idx="21">
                  <c:v>8.1267861849999998E-2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CFF-4548-AE0C-DAC046EC2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9821728"/>
        <c:axId val="2119819808"/>
      </c:scatterChart>
      <c:valAx>
        <c:axId val="2119821728"/>
        <c:scaling>
          <c:orientation val="minMax"/>
          <c:max val="2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19819808"/>
        <c:crosses val="autoZero"/>
        <c:crossBetween val="midCat"/>
      </c:valAx>
      <c:valAx>
        <c:axId val="2119819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198217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933F3B-FD77-F718-96A0-2E23A4302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4A181D-5565-44EC-6894-7715BE3D4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186CD7-717F-3C48-82EF-59EC7248A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B704-D388-40EF-9C71-FB6FDBC72E64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9A44F8-1702-B151-4438-B9F84E698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3ABADE-2D46-5207-7D87-D41A1A61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D013-10D3-4F3D-B5E1-F5AB610CC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52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B5D016-2707-693E-F894-CCDBEF44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B49A06-7F07-0CA9-20BF-FBB330177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73CC94-4E46-D4AE-AB4D-921675222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B704-D388-40EF-9C71-FB6FDBC72E64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6D45FA-7FB7-5064-2FAD-37E98C889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73E520-591C-8D31-BFD6-81B87B969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D013-10D3-4F3D-B5E1-F5AB610CC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116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1FBB9-8158-D44B-B0A0-7A4F6442D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832D4-B24E-F2FF-F401-D73E71739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D507C1-B539-DFDD-5FDE-6E31BECAE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B704-D388-40EF-9C71-FB6FDBC72E64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93FE8B-C3E1-9D0E-B40E-D037C7E8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0A6CFC-1A45-E40D-741E-2AF1C07B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D013-10D3-4F3D-B5E1-F5AB610CC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807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CAD6E0-1212-F3AA-18B2-21DF00502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E131E-B47E-67AF-0229-9956FD3CA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0834A3-F02D-AB13-63CA-4C6F99228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D5DDE9-4C85-817C-5EAF-4B84BDA6C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B704-D388-40EF-9C71-FB6FDBC72E64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C8F544-491F-798E-0AE2-392E3CCDF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918202-1BFF-4740-EA98-B2648B67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D013-10D3-4F3D-B5E1-F5AB610CC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017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1567B1-E1B9-3F0C-13B7-7EDA3E67A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27C4CF-A55D-F582-7242-8CE00EB00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FC7177-6171-3E79-D80A-49FDC33CB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695B0C-13D6-DB68-9851-1C610C59C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5C60FA-9C09-55D4-C6BD-5F82CC9DB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11AF121-9388-F237-40B4-BE4BB496B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B704-D388-40EF-9C71-FB6FDBC72E64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CD54D8-4C6C-179D-57B0-93F228EB9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8F7673-6F40-F500-9664-68737AEAD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D013-10D3-4F3D-B5E1-F5AB610CC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38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3A1743-769D-D332-5CBA-D603E1069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C8EA2B4-08C7-7DF1-E8E6-C55EA031A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B704-D388-40EF-9C71-FB6FDBC72E64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639EE5-E57C-9809-2289-81FC6343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2F5295-ECEA-5754-C1DD-2F73D96F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D013-10D3-4F3D-B5E1-F5AB610CC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009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EAA83E-E4EB-693D-BC17-3F6B56A9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B704-D388-40EF-9C71-FB6FDBC72E64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57CBF34-1134-B886-C834-D37CF2A81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69A5F6-68A4-EA0C-76DD-F320B653C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D013-10D3-4F3D-B5E1-F5AB610CC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199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90BEB-B642-0BA0-642F-419B063B3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4F7E6E-73EA-8E1A-AEA3-253D07313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665BF6-EEF1-BEA3-C70C-D7B998027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EDAC5C-1EF5-335C-5882-6FED96BEF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B704-D388-40EF-9C71-FB6FDBC72E64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9BEDED-A13D-9EB1-662D-8D550C47E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CABE6B-E04A-C940-2879-79529EA05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D013-10D3-4F3D-B5E1-F5AB610CC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085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FB735-E700-E5D0-27CC-0561E65D5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66739F-3B98-EDE4-D8BB-725B233735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B4B669-DA5A-5B84-D4C6-09F1E6D8E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3CB01F-A2B4-7384-08C9-C65E6B0DF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B704-D388-40EF-9C71-FB6FDBC72E64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4D4487-34A7-3FC1-BCFC-50E3C8930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44F3B5-56BA-28F5-BE54-9085A49BF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D013-10D3-4F3D-B5E1-F5AB610CC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491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574BD-E38B-BCEE-438B-B734AA340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17A1CE-EA44-FB21-EE4B-437C73744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21106-57BC-3344-0EE7-9D43C3481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B704-D388-40EF-9C71-FB6FDBC72E64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E1D427-A271-279C-C573-30537DA05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0CE223-6A83-E741-FF26-F17B149D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D013-10D3-4F3D-B5E1-F5AB610CC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818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75EC39-D56D-594A-566F-05A8C3DA0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9B0719-899D-177E-2EB1-5AACB7F56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FB7585-3531-8E1D-56FF-51B58F4D3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1B704-D388-40EF-9C71-FB6FDBC72E64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BC84F0-90A8-F9CC-0EA5-0EBDF8EF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BCE149-15A4-1272-259A-07C7F0CCC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DD013-10D3-4F3D-B5E1-F5AB610CC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463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F56AAD4-A88F-1679-EAD7-9B208CAD8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02B2F6-99E1-EF84-A3BA-69BC1330A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2155D9-ED58-27AC-C53A-7A79147D5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1B704-D388-40EF-9C71-FB6FDBC72E64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94A7AD-6CD6-03C8-6408-4A061A4B9A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5BB6CF-64D2-0767-871A-36683D748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DD013-10D3-4F3D-B5E1-F5AB610CCE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17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F343E0-31AB-B83E-843D-BF3C60780CE0}"/>
              </a:ext>
            </a:extLst>
          </p:cNvPr>
          <p:cNvSpPr txBox="1"/>
          <p:nvPr/>
        </p:nvSpPr>
        <p:spPr>
          <a:xfrm>
            <a:off x="9861755" y="6488668"/>
            <a:ext cx="233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2021010506 </a:t>
            </a:r>
            <a:r>
              <a:rPr lang="ko-KR" altLang="en-US" dirty="0"/>
              <a:t>김벼리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6CA1F-0B30-C07D-F08B-79A5959A74DC}"/>
              </a:ext>
            </a:extLst>
          </p:cNvPr>
          <p:cNvSpPr txBox="1"/>
          <p:nvPr/>
        </p:nvSpPr>
        <p:spPr>
          <a:xfrm>
            <a:off x="1293863" y="2921168"/>
            <a:ext cx="96042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/>
              <a:t>공력형상최적설계</a:t>
            </a:r>
            <a:r>
              <a:rPr lang="ko-KR" altLang="en-US" sz="2800" b="1" dirty="0"/>
              <a:t> 프로젝트</a:t>
            </a:r>
            <a:endParaRPr lang="en-US" altLang="ko-KR" sz="4400" dirty="0"/>
          </a:p>
          <a:p>
            <a:pPr algn="ctr"/>
            <a:endParaRPr lang="en-US" altLang="ko-KR" sz="1600" dirty="0"/>
          </a:p>
          <a:p>
            <a:pPr algn="ctr"/>
            <a:r>
              <a:rPr lang="en-US" altLang="ko-KR" sz="1600" dirty="0"/>
              <a:t>NACA0012 </a:t>
            </a:r>
            <a:r>
              <a:rPr lang="ko-KR" altLang="en-US" sz="1600" dirty="0"/>
              <a:t>날개를 적용하여 </a:t>
            </a:r>
            <a:r>
              <a:rPr lang="ko-KR" altLang="en-US" sz="1600" dirty="0" err="1"/>
              <a:t>천음속</a:t>
            </a:r>
            <a:r>
              <a:rPr lang="ko-KR" altLang="en-US" sz="1600" dirty="0"/>
              <a:t> 비행조건에서 충격파에 의한 항력을 최소화하는 최적 설계를 진행</a:t>
            </a:r>
          </a:p>
        </p:txBody>
      </p:sp>
    </p:spTree>
    <p:extLst>
      <p:ext uri="{BB962C8B-B14F-4D97-AF65-F5344CB8AC3E}">
        <p14:creationId xmlns:p14="http://schemas.microsoft.com/office/powerpoint/2010/main" val="93124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DAE5AE-C12C-477B-DE4B-68E32EAF970C}"/>
              </a:ext>
            </a:extLst>
          </p:cNvPr>
          <p:cNvSpPr txBox="1"/>
          <p:nvPr/>
        </p:nvSpPr>
        <p:spPr>
          <a:xfrm>
            <a:off x="147483" y="1247794"/>
            <a:ext cx="10028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SU2_CFD</a:t>
            </a:r>
            <a:r>
              <a:rPr lang="ko-KR" altLang="en-US" dirty="0"/>
              <a:t> </a:t>
            </a:r>
            <a:r>
              <a:rPr lang="en-US" altLang="ko-KR" dirty="0"/>
              <a:t>- </a:t>
            </a:r>
            <a:r>
              <a:rPr lang="ko-KR" altLang="en-US" sz="1600" dirty="0"/>
              <a:t>직접 및 보조 흐름 시뮬레이션을 수행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SU2_DOT</a:t>
            </a:r>
            <a:r>
              <a:rPr lang="ko-KR" altLang="en-US" dirty="0"/>
              <a:t> </a:t>
            </a:r>
            <a:r>
              <a:rPr lang="en-US" altLang="ko-KR" dirty="0"/>
              <a:t>- </a:t>
            </a:r>
            <a:r>
              <a:rPr lang="ko-KR" altLang="en-US" sz="1600" dirty="0"/>
              <a:t>기울기를 얻기 위해 보조 표면 민감도를 설계 공간으로 투영</a:t>
            </a:r>
            <a:r>
              <a:rPr lang="en-US" altLang="ko-KR" sz="1600" dirty="0"/>
              <a:t>.</a:t>
            </a:r>
          </a:p>
          <a:p>
            <a:r>
              <a:rPr lang="en-US" altLang="ko-KR" b="1" dirty="0"/>
              <a:t>SU2_DEF</a:t>
            </a:r>
            <a:r>
              <a:rPr lang="ko-KR" altLang="en-US" dirty="0"/>
              <a:t> </a:t>
            </a:r>
            <a:r>
              <a:rPr lang="en-US" altLang="ko-KR" dirty="0"/>
              <a:t>- </a:t>
            </a:r>
            <a:r>
              <a:rPr lang="ko-KR" altLang="en-US" sz="1600" dirty="0"/>
              <a:t>형상 최적화 프로세스 중 설계 변수의 변경에 따라 형상과 메시 변형</a:t>
            </a:r>
            <a:endParaRPr lang="en-US" altLang="ko-KR" sz="1600" dirty="0"/>
          </a:p>
          <a:p>
            <a:r>
              <a:rPr lang="en-US" altLang="ko-KR" b="1" dirty="0"/>
              <a:t>shape_optimization.py</a:t>
            </a:r>
            <a:r>
              <a:rPr lang="ko-KR" altLang="en-US" dirty="0"/>
              <a:t> </a:t>
            </a:r>
            <a:r>
              <a:rPr lang="en-US" altLang="ko-KR" dirty="0"/>
              <a:t>- </a:t>
            </a:r>
            <a:r>
              <a:rPr lang="en-US" altLang="ko-KR" sz="1600" dirty="0"/>
              <a:t>SU2 </a:t>
            </a:r>
            <a:r>
              <a:rPr lang="ko-KR" altLang="en-US" sz="1600" dirty="0"/>
              <a:t>도구와 최적화 프로그램을 실행하여 전체 모양 디자인 프로세스 자동화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41F267-C43A-69A7-C6E4-FDE4A1DBC5E5}"/>
              </a:ext>
            </a:extLst>
          </p:cNvPr>
          <p:cNvSpPr txBox="1"/>
          <p:nvPr/>
        </p:nvSpPr>
        <p:spPr>
          <a:xfrm>
            <a:off x="147483" y="324464"/>
            <a:ext cx="3716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사용 모델 </a:t>
            </a:r>
            <a:r>
              <a:rPr lang="en-US" altLang="ko-KR" b="1" dirty="0"/>
              <a:t>: NACA0012 AIRFOIL</a:t>
            </a:r>
          </a:p>
          <a:p>
            <a:endParaRPr lang="en-US" altLang="ko-KR" b="1" dirty="0"/>
          </a:p>
          <a:p>
            <a:r>
              <a:rPr lang="ko-KR" altLang="en-US" b="1" dirty="0"/>
              <a:t>사용 프로그램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367186-6772-4FDF-4CEF-5F7E0EBFB86D}"/>
              </a:ext>
            </a:extLst>
          </p:cNvPr>
          <p:cNvSpPr txBox="1"/>
          <p:nvPr/>
        </p:nvSpPr>
        <p:spPr>
          <a:xfrm>
            <a:off x="147483" y="2448123"/>
            <a:ext cx="461133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해석 조건 </a:t>
            </a:r>
            <a:r>
              <a:rPr lang="en-US" altLang="ko-KR" sz="1600" dirty="0"/>
              <a:t>: Pressure = 101325 Pa</a:t>
            </a:r>
          </a:p>
          <a:p>
            <a:r>
              <a:rPr lang="en-US" altLang="ko-KR" sz="1600" dirty="0"/>
              <a:t>               Temperature = 273.15 K</a:t>
            </a:r>
          </a:p>
          <a:p>
            <a:r>
              <a:rPr lang="en-US" altLang="ko-KR" sz="1600" dirty="0"/>
              <a:t>               Mach number = 0.8</a:t>
            </a:r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6B845-FFE8-F989-EEAA-19572494B46E}"/>
              </a:ext>
            </a:extLst>
          </p:cNvPr>
          <p:cNvSpPr txBox="1"/>
          <p:nvPr/>
        </p:nvSpPr>
        <p:spPr>
          <a:xfrm>
            <a:off x="580103" y="632240"/>
            <a:ext cx="3746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최적 설계 </a:t>
            </a:r>
            <a:r>
              <a:rPr lang="en-US" altLang="ko-KR" sz="1400" b="1" dirty="0"/>
              <a:t>: 32</a:t>
            </a:r>
            <a:r>
              <a:rPr lang="ko-KR" altLang="en-US" sz="1400" b="1" dirty="0"/>
              <a:t>회</a:t>
            </a:r>
          </a:p>
        </p:txBody>
      </p:sp>
      <p:pic>
        <p:nvPicPr>
          <p:cNvPr id="9" name="그림 8" descr="스크린샷, 다채로움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01558E-6326-B719-C071-D9B889B96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80" y="3846380"/>
            <a:ext cx="4471019" cy="2854306"/>
          </a:xfrm>
          <a:prstGeom prst="rect">
            <a:avLst/>
          </a:prstGeom>
        </p:spPr>
      </p:pic>
      <p:pic>
        <p:nvPicPr>
          <p:cNvPr id="11" name="그림 10" descr="다채로움, 스크린샷, 무지개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3B758F-856C-3A8D-F644-7E6EB9B1C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099" y="3846380"/>
            <a:ext cx="4597121" cy="28543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6B0594-7FFB-CC41-5A11-79B0DA8E6E78}"/>
              </a:ext>
            </a:extLst>
          </p:cNvPr>
          <p:cNvSpPr txBox="1"/>
          <p:nvPr/>
        </p:nvSpPr>
        <p:spPr>
          <a:xfrm>
            <a:off x="859780" y="3556118"/>
            <a:ext cx="1278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9CD2E0-8540-BDFB-3A18-CBCE9E6169A6}"/>
              </a:ext>
            </a:extLst>
          </p:cNvPr>
          <p:cNvSpPr txBox="1"/>
          <p:nvPr/>
        </p:nvSpPr>
        <p:spPr>
          <a:xfrm>
            <a:off x="6735099" y="3556118"/>
            <a:ext cx="12781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32</a:t>
            </a:r>
            <a:r>
              <a:rPr lang="ko-KR" altLang="en-US" sz="1200" dirty="0"/>
              <a:t>차</a:t>
            </a:r>
          </a:p>
        </p:txBody>
      </p:sp>
    </p:spTree>
    <p:extLst>
      <p:ext uri="{BB962C8B-B14F-4D97-AF65-F5344CB8AC3E}">
        <p14:creationId xmlns:p14="http://schemas.microsoft.com/office/powerpoint/2010/main" val="236850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3349C-1D17-00BB-B6B8-C4D3B219F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BA5F25-35BA-3E9F-40DE-7904265C64A1}"/>
              </a:ext>
            </a:extLst>
          </p:cNvPr>
          <p:cNvSpPr txBox="1"/>
          <p:nvPr/>
        </p:nvSpPr>
        <p:spPr>
          <a:xfrm>
            <a:off x="0" y="10815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</a:t>
            </a:r>
            <a:r>
              <a:rPr lang="ko-KR" altLang="en-US" dirty="0"/>
              <a:t>차 해석 결과</a:t>
            </a:r>
          </a:p>
        </p:txBody>
      </p:sp>
      <p:pic>
        <p:nvPicPr>
          <p:cNvPr id="4" name="그림 3" descr="다채로움, 스크린샷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A33B3D-618F-1727-F9C4-7739EBD9E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96" y="708741"/>
            <a:ext cx="4911058" cy="2643174"/>
          </a:xfrm>
          <a:prstGeom prst="rect">
            <a:avLst/>
          </a:prstGeom>
        </p:spPr>
      </p:pic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85CFC6C3-80B4-F991-D359-9944EABE52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635020"/>
              </p:ext>
            </p:extLst>
          </p:nvPr>
        </p:nvGraphicFramePr>
        <p:xfrm>
          <a:off x="6902248" y="477487"/>
          <a:ext cx="4911057" cy="28797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6DFB25-4A14-6B7D-3F74-298FDCDC9FE2}"/>
              </a:ext>
            </a:extLst>
          </p:cNvPr>
          <p:cNvSpPr txBox="1"/>
          <p:nvPr/>
        </p:nvSpPr>
        <p:spPr>
          <a:xfrm>
            <a:off x="0" y="3583169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32</a:t>
            </a:r>
            <a:r>
              <a:rPr lang="ko-KR" altLang="en-US" dirty="0"/>
              <a:t>차 해석 결과</a:t>
            </a:r>
          </a:p>
        </p:txBody>
      </p:sp>
      <p:pic>
        <p:nvPicPr>
          <p:cNvPr id="8" name="그림 7" descr="다채로움, 스크린샷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3B889D-FBDF-8D9E-A6D1-ADAEAE2AE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96" y="3961053"/>
            <a:ext cx="4911058" cy="2896947"/>
          </a:xfrm>
          <a:prstGeom prst="rect">
            <a:avLst/>
          </a:prstGeom>
        </p:spPr>
      </p:pic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4AE0CC80-A4E7-413A-A01B-A191D0CB49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6949129"/>
              </p:ext>
            </p:extLst>
          </p:nvPr>
        </p:nvGraphicFramePr>
        <p:xfrm>
          <a:off x="7071776" y="376783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3070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76E88-C87A-7D38-843F-FDFA1361C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AA7362-D171-4386-2367-706E682D8F3F}"/>
              </a:ext>
            </a:extLst>
          </p:cNvPr>
          <p:cNvSpPr txBox="1"/>
          <p:nvPr/>
        </p:nvSpPr>
        <p:spPr>
          <a:xfrm>
            <a:off x="0" y="117987"/>
            <a:ext cx="2566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최종 최적 설계 비교 </a:t>
            </a: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8591729F-5489-F344-48B0-233AAB3B77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4585851"/>
              </p:ext>
            </p:extLst>
          </p:nvPr>
        </p:nvGraphicFramePr>
        <p:xfrm>
          <a:off x="287593" y="487319"/>
          <a:ext cx="8018208" cy="4920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BFBE3A3-9467-19B6-F801-34BABDC74BEE}"/>
              </a:ext>
            </a:extLst>
          </p:cNvPr>
          <p:cNvSpPr txBox="1"/>
          <p:nvPr/>
        </p:nvSpPr>
        <p:spPr>
          <a:xfrm>
            <a:off x="287593" y="5511883"/>
            <a:ext cx="1006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해당 그래프를 통해서 </a:t>
            </a:r>
            <a:r>
              <a:rPr lang="en-US" altLang="ko-KR" b="1" dirty="0"/>
              <a:t>Pressure</a:t>
            </a:r>
            <a:r>
              <a:rPr lang="ko-KR" altLang="en-US" b="1" dirty="0"/>
              <a:t>가 최적 설계를 통해서 일정 부분 감소하는 것을 확인 할 수 있음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6430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2A4E42-9608-9F9E-AA61-A868585ED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0716819-BE91-9D6D-9AC8-EED9032BC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401814"/>
              </p:ext>
            </p:extLst>
          </p:nvPr>
        </p:nvGraphicFramePr>
        <p:xfrm>
          <a:off x="263737" y="604300"/>
          <a:ext cx="3757658" cy="5344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354">
                  <a:extLst>
                    <a:ext uri="{9D8B030D-6E8A-4147-A177-3AD203B41FA5}">
                      <a16:colId xmlns:a16="http://schemas.microsoft.com/office/drawing/2014/main" val="4129663266"/>
                    </a:ext>
                  </a:extLst>
                </a:gridCol>
                <a:gridCol w="1402652">
                  <a:extLst>
                    <a:ext uri="{9D8B030D-6E8A-4147-A177-3AD203B41FA5}">
                      <a16:colId xmlns:a16="http://schemas.microsoft.com/office/drawing/2014/main" val="330990491"/>
                    </a:ext>
                  </a:extLst>
                </a:gridCol>
                <a:gridCol w="1402652">
                  <a:extLst>
                    <a:ext uri="{9D8B030D-6E8A-4147-A177-3AD203B41FA5}">
                      <a16:colId xmlns:a16="http://schemas.microsoft.com/office/drawing/2014/main" val="36946474"/>
                    </a:ext>
                  </a:extLst>
                </a:gridCol>
              </a:tblGrid>
              <a:tr h="2323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cd(</a:t>
                      </a:r>
                      <a:r>
                        <a:rPr lang="ko-KR" altLang="en-US" sz="1200" u="none" strike="noStrike">
                          <a:effectLst/>
                        </a:rPr>
                        <a:t>항력</a:t>
                      </a:r>
                      <a:r>
                        <a:rPr lang="en-US" altLang="ko-KR" sz="1200" u="none" strike="noStrike">
                          <a:effectLst/>
                        </a:rPr>
                        <a:t>)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cl(</a:t>
                      </a:r>
                      <a:r>
                        <a:rPr lang="ko-KR" altLang="en-US" sz="1200" u="none" strike="noStrike">
                          <a:effectLst/>
                        </a:rPr>
                        <a:t>양력</a:t>
                      </a:r>
                      <a:r>
                        <a:rPr lang="en-US" altLang="ko-KR" sz="1200" u="none" strike="noStrike">
                          <a:effectLst/>
                        </a:rPr>
                        <a:t>)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2021559039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0.021481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0.328486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785582024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0.00922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0.240095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1126013474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0.004102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-0.00569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1885701919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0.002759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0.030662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1679383774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0.002285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0.04705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2147902793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0.001649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0.077716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1668824111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0.001571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0.082745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2429423422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0.001337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0.111429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2055890765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0.001312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0.112149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2137418554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0.001205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0.108328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1839725998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0.001086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0.097252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1517432982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0.001081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0.081268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1720872857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0.001219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0.062282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4041714559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0.00109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0.079389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2775627948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0.001082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0.081081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3066886387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0.001082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0.081249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507285070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0.001081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0.081266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1221355916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0.001081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0.081268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3752596621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0.001081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0.081268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1030857052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0.001081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0.081268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4103172252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0.001081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0.081268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86699188"/>
                  </a:ext>
                </a:extLst>
              </a:tr>
              <a:tr h="232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0.001081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0.081268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542" marR="10542" marT="10542" marB="0" anchor="ctr"/>
                </a:tc>
                <a:extLst>
                  <a:ext uri="{0D108BD9-81ED-4DB2-BD59-A6C34878D82A}">
                    <a16:rowId xmlns:a16="http://schemas.microsoft.com/office/drawing/2014/main" val="30774853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C056799-0EC1-FAB0-0B24-6CB08C67D90F}"/>
              </a:ext>
            </a:extLst>
          </p:cNvPr>
          <p:cNvSpPr txBox="1"/>
          <p:nvPr/>
        </p:nvSpPr>
        <p:spPr>
          <a:xfrm>
            <a:off x="0" y="157317"/>
            <a:ext cx="2900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항력 및 양력 계수 비교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0ACAA988-0EAD-1ED9-8C36-7E8ACD44F2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006344"/>
              </p:ext>
            </p:extLst>
          </p:nvPr>
        </p:nvGraphicFramePr>
        <p:xfrm>
          <a:off x="5120149" y="526649"/>
          <a:ext cx="6100916" cy="2167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261779D5-EE52-64CD-3FCD-6591BABFEE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1632993"/>
              </p:ext>
            </p:extLst>
          </p:nvPr>
        </p:nvGraphicFramePr>
        <p:xfrm>
          <a:off x="5120149" y="2827909"/>
          <a:ext cx="6100916" cy="2672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504350-D322-E4CE-D10A-E93B9CD06F41}"/>
              </a:ext>
            </a:extLst>
          </p:cNvPr>
          <p:cNvSpPr txBox="1"/>
          <p:nvPr/>
        </p:nvSpPr>
        <p:spPr>
          <a:xfrm>
            <a:off x="5157020" y="5633885"/>
            <a:ext cx="6027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최적 설계를 통해서 항력이 감소 하는 것을 확인 할 수 있음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95327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6E9F2-54B4-7807-806F-CA0CE42E2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678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241</Words>
  <Application>Microsoft Office PowerPoint</Application>
  <PresentationFormat>와이드스크린</PresentationFormat>
  <Paragraphs>97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벼리 김</dc:creator>
  <cp:lastModifiedBy>벼리 김</cp:lastModifiedBy>
  <cp:revision>1</cp:revision>
  <dcterms:created xsi:type="dcterms:W3CDTF">2025-11-27T03:39:00Z</dcterms:created>
  <dcterms:modified xsi:type="dcterms:W3CDTF">2025-11-27T03:58:34Z</dcterms:modified>
</cp:coreProperties>
</file>