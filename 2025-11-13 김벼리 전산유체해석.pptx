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9&#51452;&#52264;\9&#51452;&#52264;\slice%200.2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9&#51452;&#52264;\9&#51452;&#52264;\slice%200.44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9&#51452;&#52264;\9&#51452;&#52264;\slice%200.65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9&#51452;&#52264;\9&#51452;&#52264;\slice%200.8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9&#51452;&#52264;\9&#51452;&#52264;\slice%200.9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9&#51452;&#52264;\9&#51452;&#52264;\slice%200.99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kanga\OneDrive\&#48148;&#53461;%20&#54868;&#47732;\9&#51452;&#52264;\9&#51452;&#52264;\slice%200.96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Su2 -</a:t>
            </a:r>
            <a:r>
              <a:rPr lang="en-US" altLang="ko-KR" baseline="0" dirty="0"/>
              <a:t> exp</a:t>
            </a:r>
            <a:endParaRPr lang="en-US" altLang="ko-KR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su2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'slice 0.2'!$H$2:$H$90</c:f>
              <c:numCache>
                <c:formatCode>General</c:formatCode>
                <c:ptCount val="89"/>
                <c:pt idx="0">
                  <c:v>0.98604419022440537</c:v>
                </c:pt>
                <c:pt idx="1">
                  <c:v>0.97172935357483325</c:v>
                </c:pt>
                <c:pt idx="2">
                  <c:v>0.95674542138739405</c:v>
                </c:pt>
                <c:pt idx="3">
                  <c:v>0.94083400310884646</c:v>
                </c:pt>
                <c:pt idx="4">
                  <c:v>0.92378158654519593</c:v>
                </c:pt>
                <c:pt idx="5">
                  <c:v>0.90541953786169571</c:v>
                </c:pt>
                <c:pt idx="6">
                  <c:v>0.88562002173200549</c:v>
                </c:pt>
                <c:pt idx="7">
                  <c:v>0.86429736128847123</c:v>
                </c:pt>
                <c:pt idx="8">
                  <c:v>0.84140395827128556</c:v>
                </c:pt>
                <c:pt idx="9">
                  <c:v>0.81692893307820669</c:v>
                </c:pt>
                <c:pt idx="10">
                  <c:v>0.79089404491371795</c:v>
                </c:pt>
                <c:pt idx="11">
                  <c:v>0.76334961193818751</c:v>
                </c:pt>
                <c:pt idx="12">
                  <c:v>0.73437859111870873</c:v>
                </c:pt>
                <c:pt idx="13">
                  <c:v>0.7040816187760176</c:v>
                </c:pt>
                <c:pt idx="14">
                  <c:v>0.67258517028617437</c:v>
                </c:pt>
                <c:pt idx="15">
                  <c:v>0.64003340037888212</c:v>
                </c:pt>
                <c:pt idx="16">
                  <c:v>0.60658542323692644</c:v>
                </c:pt>
                <c:pt idx="17">
                  <c:v>0.57241667244645533</c:v>
                </c:pt>
                <c:pt idx="18">
                  <c:v>0.53771346119585861</c:v>
                </c:pt>
                <c:pt idx="19">
                  <c:v>0.50267298227576807</c:v>
                </c:pt>
                <c:pt idx="20">
                  <c:v>0.4675033080790566</c:v>
                </c:pt>
                <c:pt idx="21">
                  <c:v>0.43241659084943845</c:v>
                </c:pt>
                <c:pt idx="22">
                  <c:v>0.39762906268146836</c:v>
                </c:pt>
                <c:pt idx="23">
                  <c:v>0.36335423576914033</c:v>
                </c:pt>
                <c:pt idx="24">
                  <c:v>0.32980290240588805</c:v>
                </c:pt>
                <c:pt idx="25">
                  <c:v>0.29717633523318382</c:v>
                </c:pt>
                <c:pt idx="26">
                  <c:v>0.26566628724053848</c:v>
                </c:pt>
                <c:pt idx="27">
                  <c:v>0.23545499176550105</c:v>
                </c:pt>
                <c:pt idx="28">
                  <c:v>0.20670564284169765</c:v>
                </c:pt>
                <c:pt idx="29">
                  <c:v>0.17956647504967216</c:v>
                </c:pt>
                <c:pt idx="30">
                  <c:v>0.15416940356660561</c:v>
                </c:pt>
                <c:pt idx="31">
                  <c:v>0.13061914456407472</c:v>
                </c:pt>
                <c:pt idx="32">
                  <c:v>0.10900001495945308</c:v>
                </c:pt>
                <c:pt idx="33">
                  <c:v>8.9366412763949341E-2</c:v>
                </c:pt>
                <c:pt idx="34">
                  <c:v>7.1742817082607449E-2</c:v>
                </c:pt>
                <c:pt idx="35">
                  <c:v>5.6116988362905448E-2</c:v>
                </c:pt>
                <c:pt idx="36">
                  <c:v>4.2441328345035688E-2</c:v>
                </c:pt>
                <c:pt idx="37">
                  <c:v>3.0680478321712553E-2</c:v>
                </c:pt>
                <c:pt idx="38">
                  <c:v>2.0875236801342508E-2</c:v>
                </c:pt>
                <c:pt idx="39">
                  <c:v>1.3085441596255229E-2</c:v>
                </c:pt>
                <c:pt idx="40">
                  <c:v>7.2648543969232289E-3</c:v>
                </c:pt>
                <c:pt idx="41">
                  <c:v>3.2285219652369336E-3</c:v>
                </c:pt>
                <c:pt idx="42">
                  <c:v>8.1597016813063881E-4</c:v>
                </c:pt>
                <c:pt idx="43">
                  <c:v>0</c:v>
                </c:pt>
                <c:pt idx="45">
                  <c:v>8.1597016813063881E-4</c:v>
                </c:pt>
                <c:pt idx="46">
                  <c:v>3.2285219652369336E-3</c:v>
                </c:pt>
                <c:pt idx="47">
                  <c:v>7.2648543969232289E-3</c:v>
                </c:pt>
                <c:pt idx="48">
                  <c:v>1.3085441596255229E-2</c:v>
                </c:pt>
                <c:pt idx="49">
                  <c:v>2.0875236801342508E-2</c:v>
                </c:pt>
                <c:pt idx="50">
                  <c:v>3.0680478321712553E-2</c:v>
                </c:pt>
                <c:pt idx="51">
                  <c:v>4.2441328345035688E-2</c:v>
                </c:pt>
                <c:pt idx="52">
                  <c:v>5.6116988362905448E-2</c:v>
                </c:pt>
                <c:pt idx="53">
                  <c:v>7.1742817082607449E-2</c:v>
                </c:pt>
                <c:pt idx="54">
                  <c:v>8.9366412763949341E-2</c:v>
                </c:pt>
                <c:pt idx="55">
                  <c:v>0.10900001495945308</c:v>
                </c:pt>
                <c:pt idx="56">
                  <c:v>0.13061914456407472</c:v>
                </c:pt>
                <c:pt idx="57">
                  <c:v>0.15416940356660561</c:v>
                </c:pt>
                <c:pt idx="58">
                  <c:v>0.17956647504967216</c:v>
                </c:pt>
                <c:pt idx="59">
                  <c:v>0.20670564284169765</c:v>
                </c:pt>
                <c:pt idx="60">
                  <c:v>0.23545499176550105</c:v>
                </c:pt>
                <c:pt idx="61">
                  <c:v>0.26566628724053848</c:v>
                </c:pt>
                <c:pt idx="62">
                  <c:v>0.29717633523318382</c:v>
                </c:pt>
                <c:pt idx="63">
                  <c:v>0.32980290240588805</c:v>
                </c:pt>
                <c:pt idx="64">
                  <c:v>0.36335423576914033</c:v>
                </c:pt>
                <c:pt idx="65">
                  <c:v>0.39762906268146836</c:v>
                </c:pt>
                <c:pt idx="66">
                  <c:v>0.43241659084943845</c:v>
                </c:pt>
                <c:pt idx="67">
                  <c:v>0.4675033080790566</c:v>
                </c:pt>
                <c:pt idx="68">
                  <c:v>0.50267298227576807</c:v>
                </c:pt>
                <c:pt idx="69">
                  <c:v>0.53771346119585861</c:v>
                </c:pt>
                <c:pt idx="70">
                  <c:v>0.57241667244645533</c:v>
                </c:pt>
                <c:pt idx="71">
                  <c:v>0.60658542323692644</c:v>
                </c:pt>
                <c:pt idx="72">
                  <c:v>0.64003340037888212</c:v>
                </c:pt>
                <c:pt idx="73">
                  <c:v>0.67258517028617437</c:v>
                </c:pt>
                <c:pt idx="74">
                  <c:v>0.7040816187760176</c:v>
                </c:pt>
                <c:pt idx="75">
                  <c:v>0.73437859111870873</c:v>
                </c:pt>
                <c:pt idx="76">
                  <c:v>0.76334961193818751</c:v>
                </c:pt>
                <c:pt idx="77">
                  <c:v>0.79089404491371795</c:v>
                </c:pt>
                <c:pt idx="78">
                  <c:v>0.81692893307820669</c:v>
                </c:pt>
                <c:pt idx="79">
                  <c:v>0.84140395827128556</c:v>
                </c:pt>
                <c:pt idx="80">
                  <c:v>0.86429736128847123</c:v>
                </c:pt>
                <c:pt idx="81">
                  <c:v>0.88562002173200549</c:v>
                </c:pt>
                <c:pt idx="82">
                  <c:v>0.90541953786169571</c:v>
                </c:pt>
                <c:pt idx="83">
                  <c:v>0.92378158654519593</c:v>
                </c:pt>
                <c:pt idx="84">
                  <c:v>0.94083400310884646</c:v>
                </c:pt>
                <c:pt idx="85">
                  <c:v>0.95674542138739405</c:v>
                </c:pt>
                <c:pt idx="86">
                  <c:v>0.97172935357483325</c:v>
                </c:pt>
                <c:pt idx="87">
                  <c:v>0.98604419022440537</c:v>
                </c:pt>
                <c:pt idx="88">
                  <c:v>1</c:v>
                </c:pt>
              </c:numCache>
            </c:numRef>
          </c:xVal>
          <c:yVal>
            <c:numRef>
              <c:f>'slice 0.2'!$I$2:$I$90</c:f>
              <c:numCache>
                <c:formatCode>General</c:formatCode>
                <c:ptCount val="89"/>
                <c:pt idx="0">
                  <c:v>0.124316</c:v>
                </c:pt>
                <c:pt idx="1">
                  <c:v>0.103353</c:v>
                </c:pt>
                <c:pt idx="2">
                  <c:v>8.45273E-2</c:v>
                </c:pt>
                <c:pt idx="3">
                  <c:v>7.1897600000000006E-2</c:v>
                </c:pt>
                <c:pt idx="4">
                  <c:v>5.7204999999999999E-2</c:v>
                </c:pt>
                <c:pt idx="5">
                  <c:v>4.0506399999999998E-2</c:v>
                </c:pt>
                <c:pt idx="6">
                  <c:v>2.1082400000000001E-2</c:v>
                </c:pt>
                <c:pt idx="7">
                  <c:v>-9.0327099999999998E-4</c:v>
                </c:pt>
                <c:pt idx="8">
                  <c:v>-2.6037999999999999E-2</c:v>
                </c:pt>
                <c:pt idx="9">
                  <c:v>-5.4440500000000003E-2</c:v>
                </c:pt>
                <c:pt idx="10">
                  <c:v>-8.6446899999999993E-2</c:v>
                </c:pt>
                <c:pt idx="11">
                  <c:v>-0.122126</c:v>
                </c:pt>
                <c:pt idx="12">
                  <c:v>-0.16531399999999999</c:v>
                </c:pt>
                <c:pt idx="13">
                  <c:v>-0.106367</c:v>
                </c:pt>
                <c:pt idx="14">
                  <c:v>-0.160442</c:v>
                </c:pt>
                <c:pt idx="15">
                  <c:v>-0.160442</c:v>
                </c:pt>
                <c:pt idx="16">
                  <c:v>-0.15490899999999999</c:v>
                </c:pt>
                <c:pt idx="17">
                  <c:v>-0.152471</c:v>
                </c:pt>
                <c:pt idx="18">
                  <c:v>-0.14500299999999999</c:v>
                </c:pt>
                <c:pt idx="19">
                  <c:v>-0.13821</c:v>
                </c:pt>
                <c:pt idx="20">
                  <c:v>-0.13258600000000001</c:v>
                </c:pt>
                <c:pt idx="21">
                  <c:v>-0.119379</c:v>
                </c:pt>
                <c:pt idx="22">
                  <c:v>-0.118198</c:v>
                </c:pt>
                <c:pt idx="23">
                  <c:v>-9.4037499999999996E-2</c:v>
                </c:pt>
                <c:pt idx="24">
                  <c:v>-6.7513799999999999E-2</c:v>
                </c:pt>
                <c:pt idx="25">
                  <c:v>-4.0185699999999998E-2</c:v>
                </c:pt>
                <c:pt idx="26">
                  <c:v>-1.3180900000000001E-2</c:v>
                </c:pt>
                <c:pt idx="27">
                  <c:v>1.2977199999999999E-2</c:v>
                </c:pt>
                <c:pt idx="28">
                  <c:v>3.8301099999999998E-2</c:v>
                </c:pt>
                <c:pt idx="29">
                  <c:v>6.3298499999999994E-2</c:v>
                </c:pt>
                <c:pt idx="30">
                  <c:v>8.8729000000000002E-2</c:v>
                </c:pt>
                <c:pt idx="31">
                  <c:v>0.11545900000000001</c:v>
                </c:pt>
                <c:pt idx="32">
                  <c:v>0.144041</c:v>
                </c:pt>
                <c:pt idx="33">
                  <c:v>0.1744</c:v>
                </c:pt>
                <c:pt idx="34">
                  <c:v>0.20664199999999999</c:v>
                </c:pt>
                <c:pt idx="35">
                  <c:v>0.23305100000000001</c:v>
                </c:pt>
                <c:pt idx="36">
                  <c:v>0.24037</c:v>
                </c:pt>
                <c:pt idx="37">
                  <c:v>0.25889499999999999</c:v>
                </c:pt>
                <c:pt idx="38">
                  <c:v>0.35266799999999998</c:v>
                </c:pt>
                <c:pt idx="39">
                  <c:v>0.52660899999999999</c:v>
                </c:pt>
                <c:pt idx="40">
                  <c:v>0.71824200000000005</c:v>
                </c:pt>
                <c:pt idx="41">
                  <c:v>1.6412300000000001E-2</c:v>
                </c:pt>
                <c:pt idx="42">
                  <c:v>0.39781699999999998</c:v>
                </c:pt>
                <c:pt idx="43">
                  <c:v>0.71377100000000004</c:v>
                </c:pt>
                <c:pt idx="45">
                  <c:v>0.86792400000000003</c:v>
                </c:pt>
                <c:pt idx="46">
                  <c:v>0.85192500000000004</c:v>
                </c:pt>
                <c:pt idx="47">
                  <c:v>-0.36766900000000002</c:v>
                </c:pt>
                <c:pt idx="48">
                  <c:v>-0.72745400000000005</c:v>
                </c:pt>
                <c:pt idx="49">
                  <c:v>-1.01231</c:v>
                </c:pt>
                <c:pt idx="50">
                  <c:v>-1.1735</c:v>
                </c:pt>
                <c:pt idx="51">
                  <c:v>-1.20688</c:v>
                </c:pt>
                <c:pt idx="52">
                  <c:v>-1.1516</c:v>
                </c:pt>
                <c:pt idx="53">
                  <c:v>-1.0598799999999999</c:v>
                </c:pt>
                <c:pt idx="54">
                  <c:v>-0.96697599999999995</c:v>
                </c:pt>
                <c:pt idx="55">
                  <c:v>-0.88119199999999998</c:v>
                </c:pt>
                <c:pt idx="56">
                  <c:v>-0.81343799999999999</c:v>
                </c:pt>
                <c:pt idx="57">
                  <c:v>-0.809643</c:v>
                </c:pt>
                <c:pt idx="58">
                  <c:v>-0.795682</c:v>
                </c:pt>
                <c:pt idx="59">
                  <c:v>-0.79054800000000003</c:v>
                </c:pt>
                <c:pt idx="60">
                  <c:v>-0.76889099999999999</c:v>
                </c:pt>
                <c:pt idx="61">
                  <c:v>-0.76510500000000004</c:v>
                </c:pt>
                <c:pt idx="62">
                  <c:v>-0.746726</c:v>
                </c:pt>
                <c:pt idx="63">
                  <c:v>-0.72470400000000001</c:v>
                </c:pt>
                <c:pt idx="64">
                  <c:v>-0.72442799999999996</c:v>
                </c:pt>
                <c:pt idx="65">
                  <c:v>-0.70392299999999997</c:v>
                </c:pt>
                <c:pt idx="66">
                  <c:v>-0.68595399999999995</c:v>
                </c:pt>
                <c:pt idx="67">
                  <c:v>-0.68390099999999998</c:v>
                </c:pt>
                <c:pt idx="68">
                  <c:v>-0.67249000000000003</c:v>
                </c:pt>
                <c:pt idx="69">
                  <c:v>-0.66667399999999999</c:v>
                </c:pt>
                <c:pt idx="70">
                  <c:v>-0.66488400000000003</c:v>
                </c:pt>
                <c:pt idx="71">
                  <c:v>-0.63626400000000005</c:v>
                </c:pt>
                <c:pt idx="72">
                  <c:v>-0.46217000000000003</c:v>
                </c:pt>
                <c:pt idx="73">
                  <c:v>-0.31854500000000002</c:v>
                </c:pt>
                <c:pt idx="74">
                  <c:v>-0.22545299999999999</c:v>
                </c:pt>
                <c:pt idx="75">
                  <c:v>-9.4091400000000006E-2</c:v>
                </c:pt>
                <c:pt idx="76">
                  <c:v>-8.22209E-2</c:v>
                </c:pt>
                <c:pt idx="77">
                  <c:v>-7.0315900000000001E-2</c:v>
                </c:pt>
                <c:pt idx="78">
                  <c:v>-5.7347200000000001E-2</c:v>
                </c:pt>
                <c:pt idx="79">
                  <c:v>-4.2862900000000002E-2</c:v>
                </c:pt>
                <c:pt idx="80">
                  <c:v>-2.6071E-2</c:v>
                </c:pt>
                <c:pt idx="81">
                  <c:v>-7.3206299999999998E-3</c:v>
                </c:pt>
                <c:pt idx="82">
                  <c:v>1.3504199999999999E-2</c:v>
                </c:pt>
                <c:pt idx="83">
                  <c:v>3.5396700000000003E-2</c:v>
                </c:pt>
                <c:pt idx="84">
                  <c:v>5.8029400000000002E-2</c:v>
                </c:pt>
                <c:pt idx="85">
                  <c:v>8.0555299999999996E-2</c:v>
                </c:pt>
                <c:pt idx="86">
                  <c:v>9.5250000000000001E-2</c:v>
                </c:pt>
                <c:pt idx="87">
                  <c:v>0.106715</c:v>
                </c:pt>
                <c:pt idx="88">
                  <c:v>0.136876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01F-4450-9037-97481BE4248E}"/>
            </c:ext>
          </c:extLst>
        </c:ser>
        <c:ser>
          <c:idx val="0"/>
          <c:order val="1"/>
          <c:tx>
            <c:v>exp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2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'slice 0.2'!$T$28:$T$61</c:f>
              <c:numCache>
                <c:formatCode>0.00E+00</c:formatCode>
                <c:ptCount val="34"/>
                <c:pt idx="0">
                  <c:v>0.95030000000000003</c:v>
                </c:pt>
                <c:pt idx="1">
                  <c:v>0.81596999999999997</c:v>
                </c:pt>
                <c:pt idx="2">
                  <c:v>0.66593000000000002</c:v>
                </c:pt>
                <c:pt idx="3">
                  <c:v>0.56588000000000005</c:v>
                </c:pt>
                <c:pt idx="4">
                  <c:v>0.46599000000000002</c:v>
                </c:pt>
                <c:pt idx="5">
                  <c:v>0.36580000000000001</c:v>
                </c:pt>
                <c:pt idx="6">
                  <c:v>0.26579000000000003</c:v>
                </c:pt>
                <c:pt idx="7">
                  <c:v>0.16594</c:v>
                </c:pt>
                <c:pt idx="8">
                  <c:v>4.9930000000000002E-2</c:v>
                </c:pt>
                <c:pt idx="9">
                  <c:v>2.002E-2</c:v>
                </c:pt>
                <c:pt idx="10">
                  <c:v>5.9300000000000004E-3</c:v>
                </c:pt>
                <c:pt idx="11">
                  <c:v>3.4000000000000002E-4</c:v>
                </c:pt>
                <c:pt idx="12">
                  <c:v>2.16E-3</c:v>
                </c:pt>
                <c:pt idx="13">
                  <c:v>8.6599999999999993E-3</c:v>
                </c:pt>
                <c:pt idx="14">
                  <c:v>2.0369999999999999E-2</c:v>
                </c:pt>
                <c:pt idx="15">
                  <c:v>3.5249999999999997E-2</c:v>
                </c:pt>
                <c:pt idx="16">
                  <c:v>6.0359999999999997E-2</c:v>
                </c:pt>
                <c:pt idx="17">
                  <c:v>9.9589999999999998E-2</c:v>
                </c:pt>
                <c:pt idx="18">
                  <c:v>0.15037</c:v>
                </c:pt>
                <c:pt idx="19">
                  <c:v>0.20044000000000001</c:v>
                </c:pt>
                <c:pt idx="20">
                  <c:v>0.25039</c:v>
                </c:pt>
                <c:pt idx="21">
                  <c:v>0.30049999999999999</c:v>
                </c:pt>
                <c:pt idx="22">
                  <c:v>0.35049999999999998</c:v>
                </c:pt>
                <c:pt idx="23">
                  <c:v>0.40046999999999999</c:v>
                </c:pt>
                <c:pt idx="24">
                  <c:v>0.45029999999999998</c:v>
                </c:pt>
                <c:pt idx="25">
                  <c:v>0.50039</c:v>
                </c:pt>
                <c:pt idx="26">
                  <c:v>0.55025000000000002</c:v>
                </c:pt>
                <c:pt idx="27">
                  <c:v>0.60028999999999999</c:v>
                </c:pt>
                <c:pt idx="28">
                  <c:v>0.65032000000000001</c:v>
                </c:pt>
                <c:pt idx="29">
                  <c:v>0.71026</c:v>
                </c:pt>
                <c:pt idx="30">
                  <c:v>0.78025999999999995</c:v>
                </c:pt>
                <c:pt idx="31">
                  <c:v>0.85021000000000002</c:v>
                </c:pt>
                <c:pt idx="32">
                  <c:v>0.92027000000000003</c:v>
                </c:pt>
                <c:pt idx="33">
                  <c:v>0.98517999999999994</c:v>
                </c:pt>
              </c:numCache>
            </c:numRef>
          </c:xVal>
          <c:yVal>
            <c:numRef>
              <c:f>'slice 0.2'!$V$28:$V$61</c:f>
              <c:numCache>
                <c:formatCode>0.00E+00</c:formatCode>
                <c:ptCount val="34"/>
                <c:pt idx="0">
                  <c:v>9.6395999999999996E-2</c:v>
                </c:pt>
                <c:pt idx="1">
                  <c:v>-4.9867000000000002E-2</c:v>
                </c:pt>
                <c:pt idx="2">
                  <c:v>-9.9191000000000001E-2</c:v>
                </c:pt>
                <c:pt idx="3">
                  <c:v>-0.12903000000000001</c:v>
                </c:pt>
                <c:pt idx="4">
                  <c:v>-0.13780999999999999</c:v>
                </c:pt>
                <c:pt idx="5">
                  <c:v>-8.4223000000000006E-2</c:v>
                </c:pt>
                <c:pt idx="6">
                  <c:v>-2.1641000000000001E-2</c:v>
                </c:pt>
                <c:pt idx="7">
                  <c:v>6.5523999999999999E-2</c:v>
                </c:pt>
                <c:pt idx="8">
                  <c:v>0.20569000000000001</c:v>
                </c:pt>
                <c:pt idx="9">
                  <c:v>0.29588999999999999</c:v>
                </c:pt>
                <c:pt idx="10">
                  <c:v>0.73319000000000001</c:v>
                </c:pt>
                <c:pt idx="11">
                  <c:v>0.70206000000000002</c:v>
                </c:pt>
                <c:pt idx="12">
                  <c:v>0.21920999999999999</c:v>
                </c:pt>
                <c:pt idx="13">
                  <c:v>-0.42756</c:v>
                </c:pt>
                <c:pt idx="14">
                  <c:v>-0.97109000000000001</c:v>
                </c:pt>
                <c:pt idx="15">
                  <c:v>-1.2921</c:v>
                </c:pt>
                <c:pt idx="16">
                  <c:v>-1.2741</c:v>
                </c:pt>
                <c:pt idx="17">
                  <c:v>-1.0923</c:v>
                </c:pt>
                <c:pt idx="18">
                  <c:v>-0.70628000000000002</c:v>
                </c:pt>
                <c:pt idx="19">
                  <c:v>-0.73121000000000003</c:v>
                </c:pt>
                <c:pt idx="20">
                  <c:v>-0.62736999999999998</c:v>
                </c:pt>
                <c:pt idx="21">
                  <c:v>-0.61856</c:v>
                </c:pt>
                <c:pt idx="22">
                  <c:v>-0.61378999999999995</c:v>
                </c:pt>
                <c:pt idx="23">
                  <c:v>-0.61978999999999995</c:v>
                </c:pt>
                <c:pt idx="24">
                  <c:v>-0.64905000000000002</c:v>
                </c:pt>
                <c:pt idx="25">
                  <c:v>-0.64442999999999995</c:v>
                </c:pt>
                <c:pt idx="26">
                  <c:v>-0.66476000000000002</c:v>
                </c:pt>
                <c:pt idx="27">
                  <c:v>-0.52666000000000002</c:v>
                </c:pt>
                <c:pt idx="28">
                  <c:v>-0.30232999999999999</c:v>
                </c:pt>
                <c:pt idx="29">
                  <c:v>-0.22316</c:v>
                </c:pt>
                <c:pt idx="30">
                  <c:v>-0.14416000000000001</c:v>
                </c:pt>
                <c:pt idx="31">
                  <c:v>-5.1028999999999998E-2</c:v>
                </c:pt>
                <c:pt idx="32">
                  <c:v>5.8973999999999999E-2</c:v>
                </c:pt>
                <c:pt idx="33">
                  <c:v>0.16897999999999999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01F-4450-9037-97481BE42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0532864"/>
        <c:axId val="99672576"/>
      </c:scatterChart>
      <c:valAx>
        <c:axId val="120532864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672576"/>
        <c:crosses val="autoZero"/>
        <c:crossBetween val="midCat"/>
      </c:valAx>
      <c:valAx>
        <c:axId val="99672576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0532864"/>
        <c:crosses val="autoZero"/>
        <c:crossBetween val="midCat"/>
      </c:valAx>
    </c:plotArea>
    <c:plotVisOnly val="1"/>
    <c:dispBlanksAs val="gap"/>
    <c:showDLblsOverMax val="0"/>
    <c:extLst/>
  </c:chart>
  <c:spPr>
    <a:ln>
      <a:solidFill>
        <a:schemeClr val="tx1">
          <a:lumMod val="25000"/>
          <a:lumOff val="75000"/>
          <a:alpha val="98000"/>
        </a:schemeClr>
      </a:solidFill>
    </a:ln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Su2 - exp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su1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'slice 0.44'!$H$2:$H$90</c:f>
              <c:numCache>
                <c:formatCode>General</c:formatCode>
                <c:ptCount val="89"/>
                <c:pt idx="0">
                  <c:v>0.98604330233723203</c:v>
                </c:pt>
                <c:pt idx="1">
                  <c:v>0.97172700687077684</c:v>
                </c:pt>
                <c:pt idx="2">
                  <c:v>0.9567437650504742</c:v>
                </c:pt>
                <c:pt idx="3">
                  <c:v>0.94083233060868843</c:v>
                </c:pt>
                <c:pt idx="4">
                  <c:v>0.92378063304580871</c:v>
                </c:pt>
                <c:pt idx="5">
                  <c:v>0.90541809391649641</c:v>
                </c:pt>
                <c:pt idx="6">
                  <c:v>0.88561870031518586</c:v>
                </c:pt>
                <c:pt idx="7">
                  <c:v>0.86429485790508154</c:v>
                </c:pt>
                <c:pt idx="8">
                  <c:v>0.84140200114640995</c:v>
                </c:pt>
                <c:pt idx="9">
                  <c:v>0.81692629935441441</c:v>
                </c:pt>
                <c:pt idx="10">
                  <c:v>0.79089080367035636</c:v>
                </c:pt>
                <c:pt idx="11">
                  <c:v>0.76334776334776333</c:v>
                </c:pt>
                <c:pt idx="12">
                  <c:v>0.73437708900967691</c:v>
                </c:pt>
                <c:pt idx="13">
                  <c:v>0.70408020567764973</c:v>
                </c:pt>
                <c:pt idx="14">
                  <c:v>0.6725831262572477</c:v>
                </c:pt>
                <c:pt idx="15">
                  <c:v>0.64003184130979651</c:v>
                </c:pt>
                <c:pt idx="16">
                  <c:v>0.60658463533862883</c:v>
                </c:pt>
                <c:pt idx="17">
                  <c:v>0.57241516027458517</c:v>
                </c:pt>
                <c:pt idx="18">
                  <c:v>0.53771089873326283</c:v>
                </c:pt>
                <c:pt idx="19">
                  <c:v>0.50267162727226622</c:v>
                </c:pt>
                <c:pt idx="20">
                  <c:v>0.46750173267745154</c:v>
                </c:pt>
                <c:pt idx="21">
                  <c:v>0.43241482219117994</c:v>
                </c:pt>
                <c:pt idx="22">
                  <c:v>0.39762757654131464</c:v>
                </c:pt>
                <c:pt idx="23">
                  <c:v>0.36335360297021635</c:v>
                </c:pt>
                <c:pt idx="24">
                  <c:v>0.32980189849199432</c:v>
                </c:pt>
                <c:pt idx="25">
                  <c:v>0.29717531314975404</c:v>
                </c:pt>
                <c:pt idx="26">
                  <c:v>0.26566593978734554</c:v>
                </c:pt>
                <c:pt idx="27">
                  <c:v>0.23545357730661245</c:v>
                </c:pt>
                <c:pt idx="28">
                  <c:v>0.20670419392464121</c:v>
                </c:pt>
                <c:pt idx="29">
                  <c:v>0.17956685368825948</c:v>
                </c:pt>
                <c:pt idx="30">
                  <c:v>0.15416910624578359</c:v>
                </c:pt>
                <c:pt idx="31">
                  <c:v>0.13061852358976958</c:v>
                </c:pt>
                <c:pt idx="32">
                  <c:v>0.10899962657151158</c:v>
                </c:pt>
                <c:pt idx="33">
                  <c:v>8.9367737930038299E-2</c:v>
                </c:pt>
                <c:pt idx="34">
                  <c:v>7.1742835321110129E-2</c:v>
                </c:pt>
                <c:pt idx="35">
                  <c:v>5.611723503097308E-2</c:v>
                </c:pt>
                <c:pt idx="36">
                  <c:v>4.2441761291601592E-2</c:v>
                </c:pt>
                <c:pt idx="37">
                  <c:v>3.068106901972718E-2</c:v>
                </c:pt>
                <c:pt idx="38">
                  <c:v>2.0875113526870777E-2</c:v>
                </c:pt>
                <c:pt idx="39">
                  <c:v>1.3086901265815038E-2</c:v>
                </c:pt>
                <c:pt idx="40">
                  <c:v>7.2657197257836384E-3</c:v>
                </c:pt>
                <c:pt idx="41">
                  <c:v>3.2286965194313734E-3</c:v>
                </c:pt>
                <c:pt idx="42">
                  <c:v>8.1601040067494303E-4</c:v>
                </c:pt>
                <c:pt idx="43">
                  <c:v>0</c:v>
                </c:pt>
                <c:pt idx="45">
                  <c:v>8.1601040067494303E-4</c:v>
                </c:pt>
                <c:pt idx="46">
                  <c:v>3.2286965194313734E-3</c:v>
                </c:pt>
                <c:pt idx="47">
                  <c:v>7.2657197257836384E-3</c:v>
                </c:pt>
                <c:pt idx="48">
                  <c:v>1.3086901265815038E-2</c:v>
                </c:pt>
                <c:pt idx="49">
                  <c:v>2.0875113526870777E-2</c:v>
                </c:pt>
                <c:pt idx="50">
                  <c:v>3.068106901972718E-2</c:v>
                </c:pt>
                <c:pt idx="51">
                  <c:v>4.2441761291601592E-2</c:v>
                </c:pt>
                <c:pt idx="52">
                  <c:v>5.611723503097308E-2</c:v>
                </c:pt>
                <c:pt idx="53">
                  <c:v>7.1742835321110129E-2</c:v>
                </c:pt>
                <c:pt idx="54">
                  <c:v>8.9367737930038299E-2</c:v>
                </c:pt>
                <c:pt idx="55">
                  <c:v>0.10899962657151158</c:v>
                </c:pt>
                <c:pt idx="56">
                  <c:v>0.13061852358976958</c:v>
                </c:pt>
                <c:pt idx="57">
                  <c:v>0.15416910624578359</c:v>
                </c:pt>
                <c:pt idx="58">
                  <c:v>0.17956685368825948</c:v>
                </c:pt>
                <c:pt idx="59">
                  <c:v>0.20670419392464121</c:v>
                </c:pt>
                <c:pt idx="60">
                  <c:v>0.23545357730661245</c:v>
                </c:pt>
                <c:pt idx="61">
                  <c:v>0.26566593978734554</c:v>
                </c:pt>
                <c:pt idx="62">
                  <c:v>0.29717531314975404</c:v>
                </c:pt>
                <c:pt idx="63">
                  <c:v>0.32980189849199432</c:v>
                </c:pt>
                <c:pt idx="64">
                  <c:v>0.36335360297021635</c:v>
                </c:pt>
                <c:pt idx="65">
                  <c:v>0.39762757654131464</c:v>
                </c:pt>
                <c:pt idx="66">
                  <c:v>0.43241482219117994</c:v>
                </c:pt>
                <c:pt idx="67">
                  <c:v>0.46750173267745154</c:v>
                </c:pt>
                <c:pt idx="68">
                  <c:v>0.50267162727226622</c:v>
                </c:pt>
                <c:pt idx="69">
                  <c:v>0.53771089873326283</c:v>
                </c:pt>
                <c:pt idx="70">
                  <c:v>0.57241516027458517</c:v>
                </c:pt>
                <c:pt idx="71">
                  <c:v>0.60658463533862883</c:v>
                </c:pt>
                <c:pt idx="72">
                  <c:v>0.64003184130979651</c:v>
                </c:pt>
                <c:pt idx="73">
                  <c:v>0.6725831262572477</c:v>
                </c:pt>
                <c:pt idx="74">
                  <c:v>0.70408020567764973</c:v>
                </c:pt>
                <c:pt idx="75">
                  <c:v>0.73437708900967691</c:v>
                </c:pt>
                <c:pt idx="76">
                  <c:v>0.76334776334776333</c:v>
                </c:pt>
                <c:pt idx="77">
                  <c:v>0.79089080367035636</c:v>
                </c:pt>
                <c:pt idx="78">
                  <c:v>0.81692629935441441</c:v>
                </c:pt>
                <c:pt idx="79">
                  <c:v>0.84140200114640995</c:v>
                </c:pt>
                <c:pt idx="80">
                  <c:v>0.86429485790508154</c:v>
                </c:pt>
                <c:pt idx="81">
                  <c:v>0.88561870031518586</c:v>
                </c:pt>
                <c:pt idx="82">
                  <c:v>0.90541809391649641</c:v>
                </c:pt>
                <c:pt idx="83">
                  <c:v>0.92378063304580871</c:v>
                </c:pt>
                <c:pt idx="84">
                  <c:v>0.94083233060868843</c:v>
                </c:pt>
                <c:pt idx="85">
                  <c:v>0.9567437650504742</c:v>
                </c:pt>
                <c:pt idx="86">
                  <c:v>0.97172700687077684</c:v>
                </c:pt>
                <c:pt idx="87">
                  <c:v>0.98604330233723203</c:v>
                </c:pt>
                <c:pt idx="88">
                  <c:v>1</c:v>
                </c:pt>
              </c:numCache>
            </c:numRef>
          </c:xVal>
          <c:yVal>
            <c:numRef>
              <c:f>'slice 0.44'!$I$2:$I$90</c:f>
              <c:numCache>
                <c:formatCode>General</c:formatCode>
                <c:ptCount val="89"/>
                <c:pt idx="0">
                  <c:v>0.121242</c:v>
                </c:pt>
                <c:pt idx="1">
                  <c:v>0.111696</c:v>
                </c:pt>
                <c:pt idx="2">
                  <c:v>0.102673</c:v>
                </c:pt>
                <c:pt idx="3">
                  <c:v>9.1915200000000002E-2</c:v>
                </c:pt>
                <c:pt idx="4">
                  <c:v>7.9686199999999999E-2</c:v>
                </c:pt>
                <c:pt idx="5">
                  <c:v>6.6026199999999993E-2</c:v>
                </c:pt>
                <c:pt idx="6">
                  <c:v>5.0455E-2</c:v>
                </c:pt>
                <c:pt idx="7">
                  <c:v>3.3262399999999998E-2</c:v>
                </c:pt>
                <c:pt idx="8">
                  <c:v>1.40748E-2</c:v>
                </c:pt>
                <c:pt idx="9">
                  <c:v>-6.9378900000000004E-3</c:v>
                </c:pt>
                <c:pt idx="10">
                  <c:v>-3.0220299999999999E-2</c:v>
                </c:pt>
                <c:pt idx="11">
                  <c:v>-5.6102800000000001E-2</c:v>
                </c:pt>
                <c:pt idx="12">
                  <c:v>-8.5456199999999996E-2</c:v>
                </c:pt>
                <c:pt idx="13">
                  <c:v>-0.119186</c:v>
                </c:pt>
                <c:pt idx="14">
                  <c:v>-0.15769</c:v>
                </c:pt>
                <c:pt idx="15">
                  <c:v>-0.20222999999999999</c:v>
                </c:pt>
                <c:pt idx="16">
                  <c:v>-0.26338200000000001</c:v>
                </c:pt>
                <c:pt idx="17">
                  <c:v>-0.37961600000000001</c:v>
                </c:pt>
                <c:pt idx="18">
                  <c:v>-0.57503400000000005</c:v>
                </c:pt>
                <c:pt idx="19">
                  <c:v>-0.74763000000000002</c:v>
                </c:pt>
                <c:pt idx="20">
                  <c:v>-0.82330000000000003</c:v>
                </c:pt>
                <c:pt idx="21">
                  <c:v>-0.82895099999999999</c:v>
                </c:pt>
                <c:pt idx="22">
                  <c:v>-0.81618999999999997</c:v>
                </c:pt>
                <c:pt idx="23">
                  <c:v>-0.80970399999999998</c:v>
                </c:pt>
                <c:pt idx="24">
                  <c:v>-0.82676899999999998</c:v>
                </c:pt>
                <c:pt idx="25">
                  <c:v>-0.87086200000000002</c:v>
                </c:pt>
                <c:pt idx="26">
                  <c:v>-0.93710899999999997</c:v>
                </c:pt>
                <c:pt idx="27">
                  <c:v>-1.00614</c:v>
                </c:pt>
                <c:pt idx="28">
                  <c:v>-1.0659799999999999</c:v>
                </c:pt>
                <c:pt idx="29">
                  <c:v>-1.11558</c:v>
                </c:pt>
                <c:pt idx="30">
                  <c:v>-1.15463</c:v>
                </c:pt>
                <c:pt idx="31">
                  <c:v>-1.1872100000000001</c:v>
                </c:pt>
                <c:pt idx="32">
                  <c:v>-1.21671</c:v>
                </c:pt>
                <c:pt idx="33">
                  <c:v>-1.2472300000000001</c:v>
                </c:pt>
                <c:pt idx="34">
                  <c:v>-1.28199</c:v>
                </c:pt>
                <c:pt idx="35">
                  <c:v>-1.3200099999999999</c:v>
                </c:pt>
                <c:pt idx="36">
                  <c:v>-1.3388199999999999</c:v>
                </c:pt>
                <c:pt idx="37">
                  <c:v>-1.28613</c:v>
                </c:pt>
                <c:pt idx="38">
                  <c:v>-1.1174999999999999</c:v>
                </c:pt>
                <c:pt idx="39">
                  <c:v>-0.831982</c:v>
                </c:pt>
                <c:pt idx="40">
                  <c:v>-0.47214499999999998</c:v>
                </c:pt>
                <c:pt idx="41">
                  <c:v>-8.2016800000000001E-2</c:v>
                </c:pt>
                <c:pt idx="42">
                  <c:v>0.31348199999999998</c:v>
                </c:pt>
                <c:pt idx="43">
                  <c:v>0.65041199999999999</c:v>
                </c:pt>
                <c:pt idx="45">
                  <c:v>0.82522899999999999</c:v>
                </c:pt>
                <c:pt idx="46">
                  <c:v>0.82441900000000001</c:v>
                </c:pt>
                <c:pt idx="47">
                  <c:v>0.70188799999999996</c:v>
                </c:pt>
                <c:pt idx="48">
                  <c:v>0.51859200000000005</c:v>
                </c:pt>
                <c:pt idx="49">
                  <c:v>0.34836899999999998</c:v>
                </c:pt>
                <c:pt idx="50">
                  <c:v>0.25331199999999998</c:v>
                </c:pt>
                <c:pt idx="51">
                  <c:v>0.229546</c:v>
                </c:pt>
                <c:pt idx="52">
                  <c:v>0.21677299999999999</c:v>
                </c:pt>
                <c:pt idx="53">
                  <c:v>0.186947</c:v>
                </c:pt>
                <c:pt idx="54">
                  <c:v>0.15212300000000001</c:v>
                </c:pt>
                <c:pt idx="55">
                  <c:v>0.119328</c:v>
                </c:pt>
                <c:pt idx="56">
                  <c:v>8.8696300000000006E-2</c:v>
                </c:pt>
                <c:pt idx="57">
                  <c:v>6.0381499999999998E-2</c:v>
                </c:pt>
                <c:pt idx="58">
                  <c:v>3.38018E-2</c:v>
                </c:pt>
                <c:pt idx="59">
                  <c:v>8.0833099999999998E-3</c:v>
                </c:pt>
                <c:pt idx="60">
                  <c:v>-1.7558899999999999E-2</c:v>
                </c:pt>
                <c:pt idx="61">
                  <c:v>-4.3605400000000002E-2</c:v>
                </c:pt>
                <c:pt idx="62">
                  <c:v>-7.0006799999999994E-2</c:v>
                </c:pt>
                <c:pt idx="63">
                  <c:v>-9.6150700000000006E-2</c:v>
                </c:pt>
                <c:pt idx="64">
                  <c:v>-0.120809</c:v>
                </c:pt>
                <c:pt idx="65">
                  <c:v>-0.14238200000000001</c:v>
                </c:pt>
                <c:pt idx="66">
                  <c:v>-0.15911900000000001</c:v>
                </c:pt>
                <c:pt idx="67">
                  <c:v>-0.169547</c:v>
                </c:pt>
                <c:pt idx="68">
                  <c:v>-0.17283000000000001</c:v>
                </c:pt>
                <c:pt idx="69">
                  <c:v>-0.16922699999999999</c:v>
                </c:pt>
                <c:pt idx="70">
                  <c:v>-0.159938</c:v>
                </c:pt>
                <c:pt idx="71">
                  <c:v>-0.14690900000000001</c:v>
                </c:pt>
                <c:pt idx="72">
                  <c:v>-0.13206300000000001</c:v>
                </c:pt>
                <c:pt idx="73">
                  <c:v>-0.117007</c:v>
                </c:pt>
                <c:pt idx="74">
                  <c:v>-0.102588</c:v>
                </c:pt>
                <c:pt idx="75">
                  <c:v>-8.9229199999999995E-2</c:v>
                </c:pt>
                <c:pt idx="76">
                  <c:v>-7.6546799999999998E-2</c:v>
                </c:pt>
                <c:pt idx="77">
                  <c:v>-6.4066100000000001E-2</c:v>
                </c:pt>
                <c:pt idx="78">
                  <c:v>-5.0762099999999998E-2</c:v>
                </c:pt>
                <c:pt idx="79">
                  <c:v>-3.6123700000000002E-2</c:v>
                </c:pt>
                <c:pt idx="80">
                  <c:v>-1.9366399999999999E-2</c:v>
                </c:pt>
                <c:pt idx="81">
                  <c:v>-7.0867499999999997E-4</c:v>
                </c:pt>
                <c:pt idx="82">
                  <c:v>1.9941899999999999E-2</c:v>
                </c:pt>
                <c:pt idx="83">
                  <c:v>4.1760899999999997E-2</c:v>
                </c:pt>
                <c:pt idx="84">
                  <c:v>6.4293799999999998E-2</c:v>
                </c:pt>
                <c:pt idx="85">
                  <c:v>8.6975899999999995E-2</c:v>
                </c:pt>
                <c:pt idx="86">
                  <c:v>0.109971</c:v>
                </c:pt>
                <c:pt idx="87">
                  <c:v>0.13167400000000001</c:v>
                </c:pt>
                <c:pt idx="88">
                  <c:v>0.14704700000000001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CBE-4CC1-93CC-701D457EE55E}"/>
            </c:ext>
          </c:extLst>
        </c:ser>
        <c:ser>
          <c:idx val="0"/>
          <c:order val="1"/>
          <c:tx>
            <c:v>exp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'slice 0.44'!$T$28:$T$61</c:f>
              <c:numCache>
                <c:formatCode>0.00E+00</c:formatCode>
                <c:ptCount val="34"/>
                <c:pt idx="0">
                  <c:v>0.94937000000000005</c:v>
                </c:pt>
                <c:pt idx="1">
                  <c:v>0.81705000000000005</c:v>
                </c:pt>
                <c:pt idx="2">
                  <c:v>0.66698000000000002</c:v>
                </c:pt>
                <c:pt idx="3">
                  <c:v>0.56705000000000005</c:v>
                </c:pt>
                <c:pt idx="4">
                  <c:v>0.46705999999999998</c:v>
                </c:pt>
                <c:pt idx="5">
                  <c:v>0.36704999999999999</c:v>
                </c:pt>
                <c:pt idx="6">
                  <c:v>0.26705000000000001</c:v>
                </c:pt>
                <c:pt idx="7">
                  <c:v>0.16699</c:v>
                </c:pt>
                <c:pt idx="8">
                  <c:v>4.9090000000000002E-2</c:v>
                </c:pt>
                <c:pt idx="9">
                  <c:v>1.9220000000000001E-2</c:v>
                </c:pt>
                <c:pt idx="10">
                  <c:v>5.1999999999999998E-3</c:v>
                </c:pt>
                <c:pt idx="11">
                  <c:v>3.1E-4</c:v>
                </c:pt>
                <c:pt idx="12">
                  <c:v>1.08E-3</c:v>
                </c:pt>
                <c:pt idx="13">
                  <c:v>7.8899999999999994E-3</c:v>
                </c:pt>
                <c:pt idx="14">
                  <c:v>1.9060000000000001E-2</c:v>
                </c:pt>
                <c:pt idx="15">
                  <c:v>3.4020000000000002E-2</c:v>
                </c:pt>
                <c:pt idx="16">
                  <c:v>5.9110000000000003E-2</c:v>
                </c:pt>
                <c:pt idx="17">
                  <c:v>9.9129999999999996E-2</c:v>
                </c:pt>
                <c:pt idx="18">
                  <c:v>0.14927000000000001</c:v>
                </c:pt>
                <c:pt idx="19">
                  <c:v>0.19908999999999999</c:v>
                </c:pt>
                <c:pt idx="20">
                  <c:v>0.25080000000000002</c:v>
                </c:pt>
                <c:pt idx="21">
                  <c:v>0.29925000000000002</c:v>
                </c:pt>
                <c:pt idx="22">
                  <c:v>0.34927000000000002</c:v>
                </c:pt>
                <c:pt idx="23">
                  <c:v>0.39931</c:v>
                </c:pt>
                <c:pt idx="24">
                  <c:v>0.44896999999999998</c:v>
                </c:pt>
                <c:pt idx="25">
                  <c:v>0.49926999999999999</c:v>
                </c:pt>
                <c:pt idx="26">
                  <c:v>0.54927000000000004</c:v>
                </c:pt>
                <c:pt idx="27">
                  <c:v>0.59931000000000001</c:v>
                </c:pt>
                <c:pt idx="28">
                  <c:v>0.64917000000000002</c:v>
                </c:pt>
                <c:pt idx="29">
                  <c:v>0.70896999999999999</c:v>
                </c:pt>
                <c:pt idx="30">
                  <c:v>0.77912000000000003</c:v>
                </c:pt>
                <c:pt idx="31">
                  <c:v>0.84902999999999995</c:v>
                </c:pt>
                <c:pt idx="32">
                  <c:v>0.91929000000000005</c:v>
                </c:pt>
                <c:pt idx="33">
                  <c:v>0.98387000000000002</c:v>
                </c:pt>
              </c:numCache>
            </c:numRef>
          </c:xVal>
          <c:yVal>
            <c:numRef>
              <c:f>'slice 0.44'!$V$28:$V$61</c:f>
              <c:numCache>
                <c:formatCode>0.00E+00</c:formatCode>
                <c:ptCount val="34"/>
                <c:pt idx="0">
                  <c:v>0.13949</c:v>
                </c:pt>
                <c:pt idx="1">
                  <c:v>-9.9304000000000007E-3</c:v>
                </c:pt>
                <c:pt idx="2">
                  <c:v>-9.4740000000000005E-2</c:v>
                </c:pt>
                <c:pt idx="3">
                  <c:v>-0.13203000000000001</c:v>
                </c:pt>
                <c:pt idx="4">
                  <c:v>-0.14702999999999999</c:v>
                </c:pt>
                <c:pt idx="5">
                  <c:v>-9.4127000000000002E-2</c:v>
                </c:pt>
                <c:pt idx="6">
                  <c:v>-2.5801999999999999E-2</c:v>
                </c:pt>
                <c:pt idx="7">
                  <c:v>4.5813E-2</c:v>
                </c:pt>
                <c:pt idx="8">
                  <c:v>0.21127000000000001</c:v>
                </c:pt>
                <c:pt idx="9">
                  <c:v>0.32952999999999999</c:v>
                </c:pt>
                <c:pt idx="10">
                  <c:v>0.75144999999999995</c:v>
                </c:pt>
                <c:pt idx="11">
                  <c:v>0.66454000000000002</c:v>
                </c:pt>
                <c:pt idx="12">
                  <c:v>0.15243000000000001</c:v>
                </c:pt>
                <c:pt idx="13">
                  <c:v>-0.52568999999999999</c:v>
                </c:pt>
                <c:pt idx="14">
                  <c:v>-1.0959000000000001</c:v>
                </c:pt>
                <c:pt idx="15">
                  <c:v>-1.3334999999999999</c:v>
                </c:pt>
                <c:pt idx="16">
                  <c:v>-1.3245</c:v>
                </c:pt>
                <c:pt idx="17">
                  <c:v>-1.2517</c:v>
                </c:pt>
                <c:pt idx="18">
                  <c:v>-1.1825000000000001</c:v>
                </c:pt>
                <c:pt idx="19">
                  <c:v>-1.1513</c:v>
                </c:pt>
                <c:pt idx="20">
                  <c:v>-1.1085</c:v>
                </c:pt>
                <c:pt idx="21">
                  <c:v>-0.77698999999999996</c:v>
                </c:pt>
                <c:pt idx="22">
                  <c:v>-0.68491999999999997</c:v>
                </c:pt>
                <c:pt idx="23">
                  <c:v>-0.71804999999999997</c:v>
                </c:pt>
                <c:pt idx="24">
                  <c:v>-0.74411000000000005</c:v>
                </c:pt>
                <c:pt idx="25">
                  <c:v>-0.78702000000000005</c:v>
                </c:pt>
                <c:pt idx="26">
                  <c:v>-0.38235999999999998</c:v>
                </c:pt>
                <c:pt idx="27">
                  <c:v>-0.21235999999999999</c:v>
                </c:pt>
                <c:pt idx="28">
                  <c:v>-0.16406000000000001</c:v>
                </c:pt>
                <c:pt idx="29">
                  <c:v>-0.1159</c:v>
                </c:pt>
                <c:pt idx="30">
                  <c:v>-5.7092999999999998E-2</c:v>
                </c:pt>
                <c:pt idx="31">
                  <c:v>2.2134999999999998E-2</c:v>
                </c:pt>
                <c:pt idx="32">
                  <c:v>0.11504</c:v>
                </c:pt>
                <c:pt idx="33">
                  <c:v>0.20859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CBE-4CC1-93CC-701D457EE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21213152"/>
        <c:axId val="1120074192"/>
      </c:scatterChart>
      <c:valAx>
        <c:axId val="1121213152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20074192"/>
        <c:crosses val="autoZero"/>
        <c:crossBetween val="midCat"/>
      </c:valAx>
      <c:valAx>
        <c:axId val="1120074192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2121315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Su2 - exp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su2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'slice 0.65'!$H$2:$H$90</c:f>
              <c:numCache>
                <c:formatCode>General</c:formatCode>
                <c:ptCount val="89"/>
                <c:pt idx="0">
                  <c:v>0.98605706199404819</c:v>
                </c:pt>
                <c:pt idx="1">
                  <c:v>0.97173260080882917</c:v>
                </c:pt>
                <c:pt idx="2">
                  <c:v>0.9567508792375089</c:v>
                </c:pt>
                <c:pt idx="3">
                  <c:v>0.94083962846579128</c:v>
                </c:pt>
                <c:pt idx="4">
                  <c:v>0.92378727654881077</c:v>
                </c:pt>
                <c:pt idx="5">
                  <c:v>0.90542387225216614</c:v>
                </c:pt>
                <c:pt idx="6">
                  <c:v>0.88562455344446078</c:v>
                </c:pt>
                <c:pt idx="7">
                  <c:v>0.86430087611595541</c:v>
                </c:pt>
                <c:pt idx="8">
                  <c:v>0.84140775116364575</c:v>
                </c:pt>
                <c:pt idx="9">
                  <c:v>0.81693303921364613</c:v>
                </c:pt>
                <c:pt idx="10">
                  <c:v>0.79089755062118916</c:v>
                </c:pt>
                <c:pt idx="11">
                  <c:v>0.7633533112743569</c:v>
                </c:pt>
                <c:pt idx="12">
                  <c:v>0.73438182839781085</c:v>
                </c:pt>
                <c:pt idx="13">
                  <c:v>0.70408541957144555</c:v>
                </c:pt>
                <c:pt idx="14">
                  <c:v>0.67258894692665749</c:v>
                </c:pt>
                <c:pt idx="15">
                  <c:v>0.64003634875380666</c:v>
                </c:pt>
                <c:pt idx="16">
                  <c:v>0.60658890530594689</c:v>
                </c:pt>
                <c:pt idx="17">
                  <c:v>0.57242003621001825</c:v>
                </c:pt>
                <c:pt idx="18">
                  <c:v>0.53771530046684568</c:v>
                </c:pt>
                <c:pt idx="19">
                  <c:v>0.50267586484367954</c:v>
                </c:pt>
                <c:pt idx="20">
                  <c:v>0.46750636450030875</c:v>
                </c:pt>
                <c:pt idx="21">
                  <c:v>0.43241837138159944</c:v>
                </c:pt>
                <c:pt idx="22">
                  <c:v>0.39763039421749602</c:v>
                </c:pt>
                <c:pt idx="23">
                  <c:v>0.36335573914913399</c:v>
                </c:pt>
                <c:pt idx="24">
                  <c:v>0.32980424392511049</c:v>
                </c:pt>
                <c:pt idx="25">
                  <c:v>0.29717707531267562</c:v>
                </c:pt>
                <c:pt idx="26">
                  <c:v>0.26566846329400179</c:v>
                </c:pt>
                <c:pt idx="27">
                  <c:v>0.23545703008483687</c:v>
                </c:pt>
                <c:pt idx="28">
                  <c:v>0.20670752433077369</c:v>
                </c:pt>
                <c:pt idx="29">
                  <c:v>0.17956735271471094</c:v>
                </c:pt>
                <c:pt idx="30">
                  <c:v>0.15417004834939207</c:v>
                </c:pt>
                <c:pt idx="31">
                  <c:v>0.13061966301098094</c:v>
                </c:pt>
                <c:pt idx="32">
                  <c:v>0.10900117231667816</c:v>
                </c:pt>
                <c:pt idx="33">
                  <c:v>8.936833635083484E-2</c:v>
                </c:pt>
                <c:pt idx="34">
                  <c:v>7.1743699664953323E-2</c:v>
                </c:pt>
                <c:pt idx="35">
                  <c:v>5.6118591277686453E-2</c:v>
                </c:pt>
                <c:pt idx="36">
                  <c:v>4.2442719497221816E-2</c:v>
                </c:pt>
                <c:pt idx="37">
                  <c:v>3.0681400398171441E-2</c:v>
                </c:pt>
                <c:pt idx="38">
                  <c:v>2.0876254691000899E-2</c:v>
                </c:pt>
                <c:pt idx="39">
                  <c:v>1.3086245048869648E-2</c:v>
                </c:pt>
                <c:pt idx="40">
                  <c:v>7.2662823687734161E-3</c:v>
                </c:pt>
                <c:pt idx="41">
                  <c:v>3.2290734536172395E-3</c:v>
                </c:pt>
                <c:pt idx="42">
                  <c:v>8.1680644288597876E-4</c:v>
                </c:pt>
                <c:pt idx="43">
                  <c:v>0</c:v>
                </c:pt>
                <c:pt idx="45">
                  <c:v>8.1680644288597876E-4</c:v>
                </c:pt>
                <c:pt idx="46">
                  <c:v>3.2290734536172395E-3</c:v>
                </c:pt>
                <c:pt idx="47">
                  <c:v>7.2662823687734161E-3</c:v>
                </c:pt>
                <c:pt idx="48">
                  <c:v>1.3086245048869648E-2</c:v>
                </c:pt>
                <c:pt idx="49">
                  <c:v>2.0876254691000899E-2</c:v>
                </c:pt>
                <c:pt idx="50">
                  <c:v>3.0681400398171441E-2</c:v>
                </c:pt>
                <c:pt idx="51">
                  <c:v>4.2442719497221816E-2</c:v>
                </c:pt>
                <c:pt idx="52">
                  <c:v>5.6118591277686453E-2</c:v>
                </c:pt>
                <c:pt idx="53">
                  <c:v>7.1743699664953323E-2</c:v>
                </c:pt>
                <c:pt idx="54">
                  <c:v>8.936833635083484E-2</c:v>
                </c:pt>
                <c:pt idx="55">
                  <c:v>0.10900117231667816</c:v>
                </c:pt>
                <c:pt idx="56">
                  <c:v>0.13061966301098094</c:v>
                </c:pt>
                <c:pt idx="57">
                  <c:v>0.15417004834939207</c:v>
                </c:pt>
                <c:pt idx="58">
                  <c:v>0.17956735271471094</c:v>
                </c:pt>
                <c:pt idx="59">
                  <c:v>0.20670752433077369</c:v>
                </c:pt>
                <c:pt idx="60">
                  <c:v>0.23545703008483687</c:v>
                </c:pt>
                <c:pt idx="61">
                  <c:v>0.26566846329400179</c:v>
                </c:pt>
                <c:pt idx="62">
                  <c:v>0.29717707531267562</c:v>
                </c:pt>
                <c:pt idx="63">
                  <c:v>0.32980424392511049</c:v>
                </c:pt>
                <c:pt idx="64">
                  <c:v>0.36335573914913399</c:v>
                </c:pt>
                <c:pt idx="65">
                  <c:v>0.39763039421749602</c:v>
                </c:pt>
                <c:pt idx="66">
                  <c:v>0.43241837138159944</c:v>
                </c:pt>
                <c:pt idx="67">
                  <c:v>0.46750636450030875</c:v>
                </c:pt>
                <c:pt idx="68">
                  <c:v>0.50267586484367954</c:v>
                </c:pt>
                <c:pt idx="69">
                  <c:v>0.53771530046684568</c:v>
                </c:pt>
                <c:pt idx="70">
                  <c:v>0.57242003621001825</c:v>
                </c:pt>
                <c:pt idx="71">
                  <c:v>0.60658890530594689</c:v>
                </c:pt>
                <c:pt idx="72">
                  <c:v>0.64003634875380666</c:v>
                </c:pt>
                <c:pt idx="73">
                  <c:v>0.67258894692665749</c:v>
                </c:pt>
                <c:pt idx="74">
                  <c:v>0.70408541957144555</c:v>
                </c:pt>
                <c:pt idx="75">
                  <c:v>0.73438182839781085</c:v>
                </c:pt>
                <c:pt idx="76">
                  <c:v>0.7633533112743569</c:v>
                </c:pt>
                <c:pt idx="77">
                  <c:v>0.79089755062118916</c:v>
                </c:pt>
                <c:pt idx="78">
                  <c:v>0.81693303921364613</c:v>
                </c:pt>
                <c:pt idx="79">
                  <c:v>0.84140775116364575</c:v>
                </c:pt>
                <c:pt idx="80">
                  <c:v>0.86430087611595541</c:v>
                </c:pt>
                <c:pt idx="81">
                  <c:v>0.88562455344446078</c:v>
                </c:pt>
                <c:pt idx="82">
                  <c:v>0.90542387225216614</c:v>
                </c:pt>
                <c:pt idx="83">
                  <c:v>0.92378727654881077</c:v>
                </c:pt>
                <c:pt idx="84">
                  <c:v>0.94083962846579128</c:v>
                </c:pt>
                <c:pt idx="85">
                  <c:v>0.9567508792375089</c:v>
                </c:pt>
                <c:pt idx="86">
                  <c:v>0.97173260080882917</c:v>
                </c:pt>
                <c:pt idx="87">
                  <c:v>0.98605706199404819</c:v>
                </c:pt>
                <c:pt idx="88">
                  <c:v>1</c:v>
                </c:pt>
              </c:numCache>
            </c:numRef>
          </c:xVal>
          <c:yVal>
            <c:numRef>
              <c:f>'slice 0.65'!$I$2:$I$90</c:f>
              <c:numCache>
                <c:formatCode>General</c:formatCode>
                <c:ptCount val="89"/>
                <c:pt idx="1">
                  <c:v>0.12347900000000001</c:v>
                </c:pt>
                <c:pt idx="2">
                  <c:v>0.102183</c:v>
                </c:pt>
                <c:pt idx="3">
                  <c:v>9.4223799999999996E-2</c:v>
                </c:pt>
                <c:pt idx="4">
                  <c:v>8.2185400000000006E-2</c:v>
                </c:pt>
                <c:pt idx="5">
                  <c:v>6.9289000000000003E-2</c:v>
                </c:pt>
                <c:pt idx="6">
                  <c:v>5.5103300000000001E-2</c:v>
                </c:pt>
                <c:pt idx="7">
                  <c:v>3.9727699999999998E-2</c:v>
                </c:pt>
                <c:pt idx="8">
                  <c:v>2.32283E-2</c:v>
                </c:pt>
                <c:pt idx="9">
                  <c:v>5.5742700000000001E-3</c:v>
                </c:pt>
                <c:pt idx="10">
                  <c:v>-5.8269899999999999E-2</c:v>
                </c:pt>
                <c:pt idx="11">
                  <c:v>-7.22608E-2</c:v>
                </c:pt>
                <c:pt idx="12">
                  <c:v>-0.10502599999999999</c:v>
                </c:pt>
                <c:pt idx="13">
                  <c:v>-0.135662</c:v>
                </c:pt>
                <c:pt idx="14">
                  <c:v>-0.17188000000000001</c:v>
                </c:pt>
                <c:pt idx="15">
                  <c:v>-0.16375400000000001</c:v>
                </c:pt>
                <c:pt idx="16">
                  <c:v>-0.17863799999999999</c:v>
                </c:pt>
                <c:pt idx="17">
                  <c:v>-0.214586</c:v>
                </c:pt>
                <c:pt idx="18">
                  <c:v>-0.267127</c:v>
                </c:pt>
                <c:pt idx="19">
                  <c:v>-0.33741599999999999</c:v>
                </c:pt>
                <c:pt idx="20">
                  <c:v>-0.42950100000000002</c:v>
                </c:pt>
                <c:pt idx="21">
                  <c:v>-0.54230299999999998</c:v>
                </c:pt>
                <c:pt idx="22">
                  <c:v>-0.68539300000000003</c:v>
                </c:pt>
                <c:pt idx="23">
                  <c:v>-0.874533</c:v>
                </c:pt>
                <c:pt idx="24">
                  <c:v>-1.0453699999999999</c:v>
                </c:pt>
                <c:pt idx="25">
                  <c:v>-1.12364</c:v>
                </c:pt>
                <c:pt idx="26">
                  <c:v>-1.15262</c:v>
                </c:pt>
                <c:pt idx="27">
                  <c:v>-1.16869</c:v>
                </c:pt>
                <c:pt idx="28">
                  <c:v>-1.1825000000000001</c:v>
                </c:pt>
                <c:pt idx="29">
                  <c:v>-1.1970799999999999</c:v>
                </c:pt>
                <c:pt idx="30">
                  <c:v>-1.2127699999999999</c:v>
                </c:pt>
                <c:pt idx="31">
                  <c:v>-1.2301200000000001</c:v>
                </c:pt>
                <c:pt idx="32">
                  <c:v>-1.2486999999999999</c:v>
                </c:pt>
                <c:pt idx="33">
                  <c:v>-1.2687900000000001</c:v>
                </c:pt>
                <c:pt idx="34">
                  <c:v>-1.2934699999999999</c:v>
                </c:pt>
                <c:pt idx="35">
                  <c:v>-1.32314</c:v>
                </c:pt>
                <c:pt idx="36">
                  <c:v>-1.35656</c:v>
                </c:pt>
                <c:pt idx="37">
                  <c:v>-1.37185</c:v>
                </c:pt>
                <c:pt idx="38">
                  <c:v>-1.3179099999999999</c:v>
                </c:pt>
                <c:pt idx="39">
                  <c:v>-1.1511499999999999</c:v>
                </c:pt>
                <c:pt idx="40">
                  <c:v>-0.86957700000000004</c:v>
                </c:pt>
                <c:pt idx="41">
                  <c:v>-0.51297000000000004</c:v>
                </c:pt>
                <c:pt idx="42">
                  <c:v>-0.122324</c:v>
                </c:pt>
                <c:pt idx="43">
                  <c:v>0.276308</c:v>
                </c:pt>
                <c:pt idx="45">
                  <c:v>0.61616000000000004</c:v>
                </c:pt>
                <c:pt idx="46">
                  <c:v>0.80357100000000004</c:v>
                </c:pt>
                <c:pt idx="47">
                  <c:v>0.81417200000000001</c:v>
                </c:pt>
                <c:pt idx="48">
                  <c:v>0.69857899999999995</c:v>
                </c:pt>
                <c:pt idx="49">
                  <c:v>0.52045600000000003</c:v>
                </c:pt>
                <c:pt idx="50">
                  <c:v>0.35186299999999998</c:v>
                </c:pt>
                <c:pt idx="51">
                  <c:v>0.25539699999999999</c:v>
                </c:pt>
                <c:pt idx="52">
                  <c:v>0.22822899999999999</c:v>
                </c:pt>
                <c:pt idx="53">
                  <c:v>0.212307</c:v>
                </c:pt>
                <c:pt idx="54">
                  <c:v>0.1802</c:v>
                </c:pt>
                <c:pt idx="55">
                  <c:v>0.14348</c:v>
                </c:pt>
                <c:pt idx="56">
                  <c:v>0.108863</c:v>
                </c:pt>
                <c:pt idx="57">
                  <c:v>7.6457499999999998E-2</c:v>
                </c:pt>
                <c:pt idx="58">
                  <c:v>4.6420000000000003E-2</c:v>
                </c:pt>
                <c:pt idx="59">
                  <c:v>1.8159999999999999E-2</c:v>
                </c:pt>
                <c:pt idx="60">
                  <c:v>-9.1516700000000006E-3</c:v>
                </c:pt>
                <c:pt idx="61">
                  <c:v>-3.62788E-2</c:v>
                </c:pt>
                <c:pt idx="62">
                  <c:v>-6.3674599999999998E-2</c:v>
                </c:pt>
                <c:pt idx="63">
                  <c:v>-9.1277399999999995E-2</c:v>
                </c:pt>
                <c:pt idx="64">
                  <c:v>-0.118427</c:v>
                </c:pt>
                <c:pt idx="65">
                  <c:v>-0.14382900000000001</c:v>
                </c:pt>
                <c:pt idx="66">
                  <c:v>-0.165769</c:v>
                </c:pt>
                <c:pt idx="67">
                  <c:v>-0.18243100000000001</c:v>
                </c:pt>
                <c:pt idx="68">
                  <c:v>-0.19231699999999999</c:v>
                </c:pt>
                <c:pt idx="69">
                  <c:v>-0.19461000000000001</c:v>
                </c:pt>
                <c:pt idx="70">
                  <c:v>-0.189612</c:v>
                </c:pt>
                <c:pt idx="71">
                  <c:v>-0.14702899999999999</c:v>
                </c:pt>
                <c:pt idx="72">
                  <c:v>-0.13020699999999999</c:v>
                </c:pt>
                <c:pt idx="73">
                  <c:v>-0.114219</c:v>
                </c:pt>
                <c:pt idx="74">
                  <c:v>-9.9494200000000005E-2</c:v>
                </c:pt>
                <c:pt idx="75">
                  <c:v>-8.5674500000000001E-2</c:v>
                </c:pt>
                <c:pt idx="76">
                  <c:v>-7.8529199999999993E-2</c:v>
                </c:pt>
                <c:pt idx="77">
                  <c:v>-5.4846100000000002E-2</c:v>
                </c:pt>
                <c:pt idx="78">
                  <c:v>-3.3234199999999998E-2</c:v>
                </c:pt>
                <c:pt idx="79">
                  <c:v>-1.3170599999999999E-2</c:v>
                </c:pt>
                <c:pt idx="80">
                  <c:v>-4.3128100000000003E-2</c:v>
                </c:pt>
                <c:pt idx="81">
                  <c:v>-2.61102E-2</c:v>
                </c:pt>
                <c:pt idx="82">
                  <c:v>-7.3358499999999997E-3</c:v>
                </c:pt>
                <c:pt idx="83">
                  <c:v>1.3211000000000001E-2</c:v>
                </c:pt>
                <c:pt idx="84">
                  <c:v>3.4869499999999998E-2</c:v>
                </c:pt>
                <c:pt idx="85">
                  <c:v>5.7092700000000003E-2</c:v>
                </c:pt>
                <c:pt idx="86">
                  <c:v>7.9513200000000006E-2</c:v>
                </c:pt>
                <c:pt idx="87">
                  <c:v>0.10440099999999999</c:v>
                </c:pt>
                <c:pt idx="88">
                  <c:v>0.11507000000000001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744-435E-98EE-33ACDF027458}"/>
            </c:ext>
          </c:extLst>
        </c:ser>
        <c:ser>
          <c:idx val="0"/>
          <c:order val="1"/>
          <c:tx>
            <c:v>exp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'slice 0.65'!$S$28:$S$61</c:f>
              <c:numCache>
                <c:formatCode>0.00E+00</c:formatCode>
                <c:ptCount val="34"/>
                <c:pt idx="0">
                  <c:v>0.94999</c:v>
                </c:pt>
                <c:pt idx="1">
                  <c:v>0.81986000000000003</c:v>
                </c:pt>
                <c:pt idx="2">
                  <c:v>0.67008000000000001</c:v>
                </c:pt>
                <c:pt idx="3">
                  <c:v>0.57033</c:v>
                </c:pt>
                <c:pt idx="4">
                  <c:v>0.47037000000000001</c:v>
                </c:pt>
                <c:pt idx="5">
                  <c:v>0.37008999999999997</c:v>
                </c:pt>
                <c:pt idx="6">
                  <c:v>0.27010000000000001</c:v>
                </c:pt>
                <c:pt idx="7">
                  <c:v>0.1701</c:v>
                </c:pt>
                <c:pt idx="8">
                  <c:v>5.0160000000000003E-2</c:v>
                </c:pt>
                <c:pt idx="9">
                  <c:v>2.01E-2</c:v>
                </c:pt>
                <c:pt idx="10">
                  <c:v>5.9100000000000003E-3</c:v>
                </c:pt>
                <c:pt idx="11">
                  <c:v>4.2000000000000002E-4</c:v>
                </c:pt>
                <c:pt idx="12">
                  <c:v>2.2200000000000002E-3</c:v>
                </c:pt>
                <c:pt idx="13">
                  <c:v>9.1400000000000006E-3</c:v>
                </c:pt>
                <c:pt idx="14">
                  <c:v>2.036E-2</c:v>
                </c:pt>
                <c:pt idx="15">
                  <c:v>3.508E-2</c:v>
                </c:pt>
                <c:pt idx="16">
                  <c:v>6.0220000000000003E-2</c:v>
                </c:pt>
                <c:pt idx="17">
                  <c:v>0.10029</c:v>
                </c:pt>
                <c:pt idx="18">
                  <c:v>0.15032000000000001</c:v>
                </c:pt>
                <c:pt idx="19">
                  <c:v>0.20029</c:v>
                </c:pt>
                <c:pt idx="20">
                  <c:v>0.25024000000000002</c:v>
                </c:pt>
                <c:pt idx="21">
                  <c:v>0.30008000000000001</c:v>
                </c:pt>
                <c:pt idx="22">
                  <c:v>0.35024</c:v>
                </c:pt>
                <c:pt idx="23">
                  <c:v>0.40037</c:v>
                </c:pt>
                <c:pt idx="24">
                  <c:v>0.4501</c:v>
                </c:pt>
                <c:pt idx="25">
                  <c:v>0.50024000000000002</c:v>
                </c:pt>
                <c:pt idx="26">
                  <c:v>0.55042000000000002</c:v>
                </c:pt>
                <c:pt idx="27">
                  <c:v>0.60070999999999997</c:v>
                </c:pt>
                <c:pt idx="28">
                  <c:v>0.65025999999999995</c:v>
                </c:pt>
                <c:pt idx="29">
                  <c:v>0.71033999999999997</c:v>
                </c:pt>
                <c:pt idx="30">
                  <c:v>0.78008</c:v>
                </c:pt>
                <c:pt idx="31">
                  <c:v>0.85001000000000004</c:v>
                </c:pt>
                <c:pt idx="32">
                  <c:v>0.92012000000000005</c:v>
                </c:pt>
                <c:pt idx="33">
                  <c:v>0.98611000000000004</c:v>
                </c:pt>
              </c:numCache>
            </c:numRef>
          </c:xVal>
          <c:yVal>
            <c:numRef>
              <c:f>'slice 0.65'!$U$28:$U$61</c:f>
              <c:numCache>
                <c:formatCode>0.00E+00</c:formatCode>
                <c:ptCount val="34"/>
                <c:pt idx="0">
                  <c:v>0.14652999999999999</c:v>
                </c:pt>
                <c:pt idx="1">
                  <c:v>-8.1560999999999995E-3</c:v>
                </c:pt>
                <c:pt idx="2">
                  <c:v>-0.10122</c:v>
                </c:pt>
                <c:pt idx="3">
                  <c:v>-0.14319000000000001</c:v>
                </c:pt>
                <c:pt idx="4">
                  <c:v>-0.16494</c:v>
                </c:pt>
                <c:pt idx="5">
                  <c:v>-0.12977</c:v>
                </c:pt>
                <c:pt idx="6">
                  <c:v>-4.0480000000000002E-2</c:v>
                </c:pt>
                <c:pt idx="7">
                  <c:v>5.3554999999999998E-2</c:v>
                </c:pt>
                <c:pt idx="8">
                  <c:v>0.24021000000000001</c:v>
                </c:pt>
                <c:pt idx="9">
                  <c:v>0.36098000000000002</c:v>
                </c:pt>
                <c:pt idx="10">
                  <c:v>0.75731999999999999</c:v>
                </c:pt>
                <c:pt idx="11">
                  <c:v>0.60992999999999997</c:v>
                </c:pt>
                <c:pt idx="12">
                  <c:v>6.7233000000000001E-2</c:v>
                </c:pt>
                <c:pt idx="13">
                  <c:v>-0.57884999999999998</c:v>
                </c:pt>
                <c:pt idx="14">
                  <c:v>-1.1439999999999999</c:v>
                </c:pt>
                <c:pt idx="15">
                  <c:v>-1.3984000000000001</c:v>
                </c:pt>
                <c:pt idx="16">
                  <c:v>-1.3755999999999999</c:v>
                </c:pt>
                <c:pt idx="17">
                  <c:v>-1.3070999999999999</c:v>
                </c:pt>
                <c:pt idx="18">
                  <c:v>-1.2472000000000001</c:v>
                </c:pt>
                <c:pt idx="19">
                  <c:v>-1.2206999999999999</c:v>
                </c:pt>
                <c:pt idx="20">
                  <c:v>-1.2004999999999999</c:v>
                </c:pt>
                <c:pt idx="21">
                  <c:v>-1.1909000000000001</c:v>
                </c:pt>
                <c:pt idx="22">
                  <c:v>-1.1597999999999999</c:v>
                </c:pt>
                <c:pt idx="23">
                  <c:v>-0.68681999999999999</c:v>
                </c:pt>
                <c:pt idx="24">
                  <c:v>-0.58879000000000004</c:v>
                </c:pt>
                <c:pt idx="25">
                  <c:v>-0.48559000000000002</c:v>
                </c:pt>
                <c:pt idx="26">
                  <c:v>-0.34591</c:v>
                </c:pt>
                <c:pt idx="27">
                  <c:v>-0.22600000000000001</c:v>
                </c:pt>
                <c:pt idx="28">
                  <c:v>-0.15948000000000001</c:v>
                </c:pt>
                <c:pt idx="29">
                  <c:v>-0.11071</c:v>
                </c:pt>
                <c:pt idx="30">
                  <c:v>-4.0383000000000002E-2</c:v>
                </c:pt>
                <c:pt idx="31">
                  <c:v>2.6682999999999998E-2</c:v>
                </c:pt>
                <c:pt idx="32">
                  <c:v>0.10753</c:v>
                </c:pt>
                <c:pt idx="33">
                  <c:v>0.21095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744-435E-98EE-33ACDF027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9164816"/>
        <c:axId val="1269167216"/>
      </c:scatterChart>
      <c:valAx>
        <c:axId val="1269164816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69167216"/>
        <c:crosses val="autoZero"/>
        <c:crossBetween val="midCat"/>
      </c:valAx>
      <c:valAx>
        <c:axId val="1269167216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269164816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Su2-exp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su2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'0.8'!$H$2:$H$90</c:f>
              <c:numCache>
                <c:formatCode>General</c:formatCode>
                <c:ptCount val="89"/>
                <c:pt idx="0">
                  <c:v>0.98604461142547339</c:v>
                </c:pt>
                <c:pt idx="1">
                  <c:v>0.97172649729292193</c:v>
                </c:pt>
                <c:pt idx="2">
                  <c:v>0.95674020450085162</c:v>
                </c:pt>
                <c:pt idx="3">
                  <c:v>0.94083755240429801</c:v>
                </c:pt>
                <c:pt idx="4">
                  <c:v>0.92377036035829685</c:v>
                </c:pt>
                <c:pt idx="5">
                  <c:v>0.90540499263094398</c:v>
                </c:pt>
                <c:pt idx="6">
                  <c:v>0.88560781349033624</c:v>
                </c:pt>
                <c:pt idx="7">
                  <c:v>0.86428336884225665</c:v>
                </c:pt>
                <c:pt idx="8">
                  <c:v>0.84139538613090215</c:v>
                </c:pt>
                <c:pt idx="9">
                  <c:v>0.81691904729177667</c:v>
                </c:pt>
                <c:pt idx="10">
                  <c:v>0.79088298855314521</c:v>
                </c:pt>
                <c:pt idx="11">
                  <c:v>0.76334066420776936</c:v>
                </c:pt>
                <c:pt idx="12">
                  <c:v>0.73436843753102288</c:v>
                </c:pt>
                <c:pt idx="13">
                  <c:v>0.70407130802654405</c:v>
                </c:pt>
                <c:pt idx="14">
                  <c:v>0.67257527509869963</c:v>
                </c:pt>
                <c:pt idx="15">
                  <c:v>0.64002351988881512</c:v>
                </c:pt>
                <c:pt idx="16">
                  <c:v>0.60657449619329096</c:v>
                </c:pt>
                <c:pt idx="17">
                  <c:v>0.57240574862737026</c:v>
                </c:pt>
                <c:pt idx="18">
                  <c:v>0.53770245813383455</c:v>
                </c:pt>
                <c:pt idx="19">
                  <c:v>0.50266316922865462</c:v>
                </c:pt>
                <c:pt idx="20">
                  <c:v>0.46749406275533989</c:v>
                </c:pt>
                <c:pt idx="21">
                  <c:v>0.432408955884936</c:v>
                </c:pt>
                <c:pt idx="22">
                  <c:v>0.39762166578848901</c:v>
                </c:pt>
                <c:pt idx="23">
                  <c:v>0.36334791871892974</c:v>
                </c:pt>
                <c:pt idx="24">
                  <c:v>0.3297958046016512</c:v>
                </c:pt>
                <c:pt idx="25">
                  <c:v>0.29716959519827735</c:v>
                </c:pt>
                <c:pt idx="26">
                  <c:v>0.26566210777912708</c:v>
                </c:pt>
                <c:pt idx="27">
                  <c:v>0.23545088695944349</c:v>
                </c:pt>
                <c:pt idx="28">
                  <c:v>0.2067020228631648</c:v>
                </c:pt>
                <c:pt idx="29">
                  <c:v>0.17956442387726912</c:v>
                </c:pt>
                <c:pt idx="30">
                  <c:v>0.15416599848800716</c:v>
                </c:pt>
                <c:pt idx="31">
                  <c:v>0.13061747344467101</c:v>
                </c:pt>
                <c:pt idx="32">
                  <c:v>0.10899903018640278</c:v>
                </c:pt>
                <c:pt idx="33">
                  <c:v>8.9366032087848407E-2</c:v>
                </c:pt>
                <c:pt idx="34">
                  <c:v>7.1741388131619802E-2</c:v>
                </c:pt>
                <c:pt idx="35">
                  <c:v>5.611555290829541E-2</c:v>
                </c:pt>
                <c:pt idx="36">
                  <c:v>4.244079937076662E-2</c:v>
                </c:pt>
                <c:pt idx="37">
                  <c:v>3.0680854963231197E-2</c:v>
                </c:pt>
                <c:pt idx="38">
                  <c:v>2.0875810405259959E-2</c:v>
                </c:pt>
                <c:pt idx="39">
                  <c:v>1.3086756317152063E-2</c:v>
                </c:pt>
                <c:pt idx="40">
                  <c:v>7.265965651798904E-3</c:v>
                </c:pt>
                <c:pt idx="41">
                  <c:v>3.2282574664192461E-3</c:v>
                </c:pt>
                <c:pt idx="42">
                  <c:v>8.1708704649777978E-4</c:v>
                </c:pt>
                <c:pt idx="43">
                  <c:v>0</c:v>
                </c:pt>
                <c:pt idx="45">
                  <c:v>8.1708704649777978E-4</c:v>
                </c:pt>
                <c:pt idx="46">
                  <c:v>3.2282574664192461E-3</c:v>
                </c:pt>
                <c:pt idx="47">
                  <c:v>7.265965651798904E-3</c:v>
                </c:pt>
                <c:pt idx="48">
                  <c:v>1.3086756317152063E-2</c:v>
                </c:pt>
                <c:pt idx="49">
                  <c:v>2.0875810405259959E-2</c:v>
                </c:pt>
                <c:pt idx="50">
                  <c:v>3.0680854963231197E-2</c:v>
                </c:pt>
                <c:pt idx="51">
                  <c:v>4.244079937076662E-2</c:v>
                </c:pt>
                <c:pt idx="52">
                  <c:v>5.611555290829541E-2</c:v>
                </c:pt>
                <c:pt idx="53">
                  <c:v>7.1741388131619802E-2</c:v>
                </c:pt>
                <c:pt idx="54">
                  <c:v>8.9366032087848407E-2</c:v>
                </c:pt>
                <c:pt idx="55">
                  <c:v>0.10899903018640278</c:v>
                </c:pt>
                <c:pt idx="56">
                  <c:v>0.13061747344467101</c:v>
                </c:pt>
                <c:pt idx="57">
                  <c:v>0.15416599848800716</c:v>
                </c:pt>
                <c:pt idx="58">
                  <c:v>0.17956442387726912</c:v>
                </c:pt>
                <c:pt idx="59">
                  <c:v>0.2067020228631648</c:v>
                </c:pt>
                <c:pt idx="60">
                  <c:v>0.23545088695944349</c:v>
                </c:pt>
                <c:pt idx="61">
                  <c:v>0.26566210777912708</c:v>
                </c:pt>
                <c:pt idx="62">
                  <c:v>0.29716959519827735</c:v>
                </c:pt>
                <c:pt idx="63">
                  <c:v>0.3297958046016512</c:v>
                </c:pt>
                <c:pt idx="64">
                  <c:v>0.36334791871892974</c:v>
                </c:pt>
                <c:pt idx="65">
                  <c:v>0.39762166578848901</c:v>
                </c:pt>
                <c:pt idx="66">
                  <c:v>0.432408955884936</c:v>
                </c:pt>
                <c:pt idx="67">
                  <c:v>0.46749406275533989</c:v>
                </c:pt>
                <c:pt idx="68">
                  <c:v>0.50266316922865462</c:v>
                </c:pt>
                <c:pt idx="69">
                  <c:v>0.53770245813383455</c:v>
                </c:pt>
                <c:pt idx="70">
                  <c:v>0.57240574862737026</c:v>
                </c:pt>
                <c:pt idx="71">
                  <c:v>0.60657449619329096</c:v>
                </c:pt>
                <c:pt idx="72">
                  <c:v>0.64002351988881512</c:v>
                </c:pt>
                <c:pt idx="73">
                  <c:v>0.67257527509869963</c:v>
                </c:pt>
                <c:pt idx="74">
                  <c:v>0.70407130802654405</c:v>
                </c:pt>
                <c:pt idx="75">
                  <c:v>0.73436843753102288</c:v>
                </c:pt>
                <c:pt idx="76">
                  <c:v>0.76334066420776936</c:v>
                </c:pt>
                <c:pt idx="77">
                  <c:v>0.79088298855314521</c:v>
                </c:pt>
                <c:pt idx="78">
                  <c:v>0.81691904729177667</c:v>
                </c:pt>
                <c:pt idx="79">
                  <c:v>0.84139538613090215</c:v>
                </c:pt>
                <c:pt idx="80">
                  <c:v>0.86428336884225665</c:v>
                </c:pt>
                <c:pt idx="81">
                  <c:v>0.88560781349033624</c:v>
                </c:pt>
                <c:pt idx="82">
                  <c:v>0.90540499263094398</c:v>
                </c:pt>
                <c:pt idx="83">
                  <c:v>0.92377036035829685</c:v>
                </c:pt>
                <c:pt idx="84">
                  <c:v>0.94083755240429801</c:v>
                </c:pt>
                <c:pt idx="85">
                  <c:v>0.95674020450085162</c:v>
                </c:pt>
                <c:pt idx="86">
                  <c:v>0.97172649729292193</c:v>
                </c:pt>
                <c:pt idx="87">
                  <c:v>0.98604461142547339</c:v>
                </c:pt>
                <c:pt idx="88">
                  <c:v>1</c:v>
                </c:pt>
              </c:numCache>
            </c:numRef>
          </c:xVal>
          <c:yVal>
            <c:numRef>
              <c:f>'0.8'!$I$2:$I$90</c:f>
              <c:numCache>
                <c:formatCode>General</c:formatCode>
                <c:ptCount val="89"/>
                <c:pt idx="0">
                  <c:v>5.9886700000000001E-2</c:v>
                </c:pt>
                <c:pt idx="1">
                  <c:v>4.5841100000000003E-2</c:v>
                </c:pt>
                <c:pt idx="2">
                  <c:v>3.0115800000000002E-2</c:v>
                </c:pt>
                <c:pt idx="3">
                  <c:v>1.38549E-2</c:v>
                </c:pt>
                <c:pt idx="4">
                  <c:v>-2.6907200000000002E-3</c:v>
                </c:pt>
                <c:pt idx="5">
                  <c:v>-1.9070699999999999E-2</c:v>
                </c:pt>
                <c:pt idx="6">
                  <c:v>-3.4863400000000003E-2</c:v>
                </c:pt>
                <c:pt idx="7">
                  <c:v>-4.9359800000000002E-2</c:v>
                </c:pt>
                <c:pt idx="8">
                  <c:v>-7.1689299999999997E-2</c:v>
                </c:pt>
                <c:pt idx="9">
                  <c:v>-9.0404100000000001E-2</c:v>
                </c:pt>
                <c:pt idx="10">
                  <c:v>-0.11082599999999999</c:v>
                </c:pt>
                <c:pt idx="11">
                  <c:v>-0.13331100000000001</c:v>
                </c:pt>
                <c:pt idx="12">
                  <c:v>-0.15801699999999999</c:v>
                </c:pt>
                <c:pt idx="13">
                  <c:v>-0.18529300000000001</c:v>
                </c:pt>
                <c:pt idx="14">
                  <c:v>-0.21545600000000001</c:v>
                </c:pt>
                <c:pt idx="15">
                  <c:v>-0.24885599999999999</c:v>
                </c:pt>
                <c:pt idx="16">
                  <c:v>-0.28576400000000002</c:v>
                </c:pt>
                <c:pt idx="17">
                  <c:v>-0.326322</c:v>
                </c:pt>
                <c:pt idx="18">
                  <c:v>-0.37075900000000001</c:v>
                </c:pt>
                <c:pt idx="19">
                  <c:v>-0.41955900000000002</c:v>
                </c:pt>
                <c:pt idx="20">
                  <c:v>-0.46872399999999997</c:v>
                </c:pt>
                <c:pt idx="21">
                  <c:v>-0.50265599999999999</c:v>
                </c:pt>
                <c:pt idx="22">
                  <c:v>-0.52190899999999996</c:v>
                </c:pt>
                <c:pt idx="23">
                  <c:v>-0.59235800000000005</c:v>
                </c:pt>
                <c:pt idx="24">
                  <c:v>-0.73616800000000004</c:v>
                </c:pt>
                <c:pt idx="25">
                  <c:v>-0.92647999999999997</c:v>
                </c:pt>
                <c:pt idx="26">
                  <c:v>-1.1031299999999999</c:v>
                </c:pt>
                <c:pt idx="27">
                  <c:v>-1.1881699999999999</c:v>
                </c:pt>
                <c:pt idx="28">
                  <c:v>-1.22393</c:v>
                </c:pt>
                <c:pt idx="29">
                  <c:v>-1.2432799999999999</c:v>
                </c:pt>
                <c:pt idx="30">
                  <c:v>-1.25637</c:v>
                </c:pt>
                <c:pt idx="31">
                  <c:v>-1.27288</c:v>
                </c:pt>
                <c:pt idx="32">
                  <c:v>-1.29057</c:v>
                </c:pt>
                <c:pt idx="33">
                  <c:v>-1.31314</c:v>
                </c:pt>
                <c:pt idx="34">
                  <c:v>-1.3408199999999999</c:v>
                </c:pt>
                <c:pt idx="35">
                  <c:v>-1.3730800000000001</c:v>
                </c:pt>
                <c:pt idx="36">
                  <c:v>-1.3873500000000001</c:v>
                </c:pt>
                <c:pt idx="37">
                  <c:v>-1.3331200000000001</c:v>
                </c:pt>
                <c:pt idx="38">
                  <c:v>-1.1679200000000001</c:v>
                </c:pt>
                <c:pt idx="39">
                  <c:v>-0.88878699999999999</c:v>
                </c:pt>
                <c:pt idx="40">
                  <c:v>-0.53348399999999996</c:v>
                </c:pt>
                <c:pt idx="41">
                  <c:v>-0.14082500000000001</c:v>
                </c:pt>
                <c:pt idx="42">
                  <c:v>0.25432199999999999</c:v>
                </c:pt>
                <c:pt idx="43">
                  <c:v>0.58251500000000001</c:v>
                </c:pt>
                <c:pt idx="45">
                  <c:v>0.78170600000000001</c:v>
                </c:pt>
                <c:pt idx="46">
                  <c:v>0.80219200000000002</c:v>
                </c:pt>
                <c:pt idx="47">
                  <c:v>0.689272</c:v>
                </c:pt>
                <c:pt idx="48">
                  <c:v>0.51239299999999999</c:v>
                </c:pt>
                <c:pt idx="49">
                  <c:v>0.342219</c:v>
                </c:pt>
                <c:pt idx="50">
                  <c:v>0.24309500000000001</c:v>
                </c:pt>
                <c:pt idx="51">
                  <c:v>0.21323400000000001</c:v>
                </c:pt>
                <c:pt idx="52">
                  <c:v>0.19538900000000001</c:v>
                </c:pt>
                <c:pt idx="53">
                  <c:v>0.16139200000000001</c:v>
                </c:pt>
                <c:pt idx="54">
                  <c:v>0.12263</c:v>
                </c:pt>
                <c:pt idx="55">
                  <c:v>8.5804199999999997E-2</c:v>
                </c:pt>
                <c:pt idx="56">
                  <c:v>5.1015699999999997E-2</c:v>
                </c:pt>
                <c:pt idx="57">
                  <c:v>1.8430700000000001E-2</c:v>
                </c:pt>
                <c:pt idx="58">
                  <c:v>-1.25051E-2</c:v>
                </c:pt>
                <c:pt idx="59">
                  <c:v>-4.25513E-2</c:v>
                </c:pt>
                <c:pt idx="60">
                  <c:v>-7.2348499999999996E-2</c:v>
                </c:pt>
                <c:pt idx="61">
                  <c:v>-0.102196</c:v>
                </c:pt>
                <c:pt idx="62">
                  <c:v>-0.13181799999999999</c:v>
                </c:pt>
                <c:pt idx="63">
                  <c:v>-0.16028300000000001</c:v>
                </c:pt>
                <c:pt idx="64">
                  <c:v>-0.18601200000000001</c:v>
                </c:pt>
                <c:pt idx="65">
                  <c:v>-0.20715</c:v>
                </c:pt>
                <c:pt idx="66">
                  <c:v>-0.22184400000000001</c:v>
                </c:pt>
                <c:pt idx="67">
                  <c:v>-0.228601</c:v>
                </c:pt>
                <c:pt idx="68">
                  <c:v>-0.226826</c:v>
                </c:pt>
                <c:pt idx="69">
                  <c:v>-0.21729399999999999</c:v>
                </c:pt>
                <c:pt idx="70">
                  <c:v>-0.20188300000000001</c:v>
                </c:pt>
                <c:pt idx="71">
                  <c:v>-0.18312500000000001</c:v>
                </c:pt>
                <c:pt idx="72">
                  <c:v>-0.16334199999999999</c:v>
                </c:pt>
                <c:pt idx="73">
                  <c:v>-0.14438200000000001</c:v>
                </c:pt>
                <c:pt idx="74">
                  <c:v>-0.12718499999999999</c:v>
                </c:pt>
                <c:pt idx="75">
                  <c:v>-0.112161</c:v>
                </c:pt>
                <c:pt idx="76">
                  <c:v>-9.8871399999999998E-2</c:v>
                </c:pt>
                <c:pt idx="77">
                  <c:v>-8.6827100000000004E-2</c:v>
                </c:pt>
                <c:pt idx="78">
                  <c:v>-7.4974200000000005E-2</c:v>
                </c:pt>
                <c:pt idx="79">
                  <c:v>-6.2773300000000004E-2</c:v>
                </c:pt>
                <c:pt idx="80">
                  <c:v>-5.4801099999999998E-2</c:v>
                </c:pt>
                <c:pt idx="81">
                  <c:v>-3.9118399999999998E-2</c:v>
                </c:pt>
                <c:pt idx="82">
                  <c:v>-2.5363199999999999E-2</c:v>
                </c:pt>
                <c:pt idx="83">
                  <c:v>-1.1995199999999999E-2</c:v>
                </c:pt>
                <c:pt idx="84">
                  <c:v>-1.26918E-3</c:v>
                </c:pt>
                <c:pt idx="85">
                  <c:v>1.09582E-2</c:v>
                </c:pt>
                <c:pt idx="86">
                  <c:v>1.8096500000000001E-2</c:v>
                </c:pt>
                <c:pt idx="87">
                  <c:v>3.4075800000000003E-2</c:v>
                </c:pt>
                <c:pt idx="88">
                  <c:v>5.99055E-2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EBC-4F4D-BABE-C4A5ADF9CD93}"/>
            </c:ext>
          </c:extLst>
        </c:ser>
        <c:ser>
          <c:idx val="0"/>
          <c:order val="1"/>
          <c:tx>
            <c:v>exp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'0.8'!$S$25:$S$58</c:f>
              <c:numCache>
                <c:formatCode>0.00E+00</c:formatCode>
                <c:ptCount val="34"/>
                <c:pt idx="0">
                  <c:v>0.94986999999999999</c:v>
                </c:pt>
                <c:pt idx="1">
                  <c:v>0.82223000000000002</c:v>
                </c:pt>
                <c:pt idx="2">
                  <c:v>0.67215999999999998</c:v>
                </c:pt>
                <c:pt idx="3">
                  <c:v>0.57230000000000003</c:v>
                </c:pt>
                <c:pt idx="4">
                  <c:v>0.47220000000000001</c:v>
                </c:pt>
                <c:pt idx="5">
                  <c:v>0.37235000000000001</c:v>
                </c:pt>
                <c:pt idx="6">
                  <c:v>0.27229999999999999</c:v>
                </c:pt>
                <c:pt idx="7">
                  <c:v>0.17241999999999999</c:v>
                </c:pt>
                <c:pt idx="8">
                  <c:v>5.0169999999999999E-2</c:v>
                </c:pt>
                <c:pt idx="9">
                  <c:v>1.9990000000000001E-2</c:v>
                </c:pt>
                <c:pt idx="10">
                  <c:v>6.11E-3</c:v>
                </c:pt>
                <c:pt idx="11">
                  <c:v>0</c:v>
                </c:pt>
                <c:pt idx="12">
                  <c:v>2.0999999999999999E-3</c:v>
                </c:pt>
                <c:pt idx="13">
                  <c:v>8.9300000000000004E-3</c:v>
                </c:pt>
                <c:pt idx="14">
                  <c:v>2.0119999999999999E-2</c:v>
                </c:pt>
                <c:pt idx="15">
                  <c:v>3.5299999999999998E-2</c:v>
                </c:pt>
                <c:pt idx="16">
                  <c:v>6.0109999999999997E-2</c:v>
                </c:pt>
                <c:pt idx="17">
                  <c:v>0.10019</c:v>
                </c:pt>
                <c:pt idx="18">
                  <c:v>0.15024000000000001</c:v>
                </c:pt>
                <c:pt idx="19">
                  <c:v>0.20016</c:v>
                </c:pt>
                <c:pt idx="20">
                  <c:v>0.25020999999999999</c:v>
                </c:pt>
                <c:pt idx="21">
                  <c:v>0.30020999999999998</c:v>
                </c:pt>
                <c:pt idx="22">
                  <c:v>0.35015000000000002</c:v>
                </c:pt>
                <c:pt idx="23">
                  <c:v>0.39977000000000001</c:v>
                </c:pt>
                <c:pt idx="24">
                  <c:v>0.45008999999999999</c:v>
                </c:pt>
                <c:pt idx="25">
                  <c:v>0.50019999999999998</c:v>
                </c:pt>
                <c:pt idx="26">
                  <c:v>0.55032999999999999</c:v>
                </c:pt>
                <c:pt idx="27">
                  <c:v>0.60018000000000005</c:v>
                </c:pt>
                <c:pt idx="28">
                  <c:v>0.65015000000000001</c:v>
                </c:pt>
                <c:pt idx="29">
                  <c:v>0.70977000000000001</c:v>
                </c:pt>
                <c:pt idx="30">
                  <c:v>0.78012000000000004</c:v>
                </c:pt>
                <c:pt idx="31">
                  <c:v>0.85009999999999997</c:v>
                </c:pt>
                <c:pt idx="32">
                  <c:v>0.92005000000000003</c:v>
                </c:pt>
                <c:pt idx="33">
                  <c:v>0.98497999999999997</c:v>
                </c:pt>
              </c:numCache>
            </c:numRef>
          </c:xVal>
          <c:yVal>
            <c:numRef>
              <c:f>'0.8'!$U$25:$U$58</c:f>
              <c:numCache>
                <c:formatCode>0.00E+00</c:formatCode>
                <c:ptCount val="34"/>
                <c:pt idx="0">
                  <c:v>7.3782E-2</c:v>
                </c:pt>
                <c:pt idx="1">
                  <c:v>-3.3512E-2</c:v>
                </c:pt>
                <c:pt idx="2">
                  <c:v>-0.12284</c:v>
                </c:pt>
                <c:pt idx="3">
                  <c:v>-0.16786999999999999</c:v>
                </c:pt>
                <c:pt idx="4">
                  <c:v>-0.20757999999999999</c:v>
                </c:pt>
                <c:pt idx="5">
                  <c:v>-0.15876999999999999</c:v>
                </c:pt>
                <c:pt idx="6">
                  <c:v>-7.8062000000000006E-2</c:v>
                </c:pt>
                <c:pt idx="7">
                  <c:v>2.8618999999999999E-2</c:v>
                </c:pt>
                <c:pt idx="8">
                  <c:v>0.21917</c:v>
                </c:pt>
                <c:pt idx="9">
                  <c:v>0.35579</c:v>
                </c:pt>
                <c:pt idx="10">
                  <c:v>0.74529000000000001</c:v>
                </c:pt>
                <c:pt idx="11">
                  <c:v>0.61580000000000001</c:v>
                </c:pt>
                <c:pt idx="12">
                  <c:v>5.8233E-2</c:v>
                </c:pt>
                <c:pt idx="13">
                  <c:v>-0.62924000000000002</c:v>
                </c:pt>
                <c:pt idx="14">
                  <c:v>-1.2060999999999999</c:v>
                </c:pt>
                <c:pt idx="15">
                  <c:v>-1.4225000000000001</c:v>
                </c:pt>
                <c:pt idx="16">
                  <c:v>-1.3959999999999999</c:v>
                </c:pt>
                <c:pt idx="17">
                  <c:v>-1.3355999999999999</c:v>
                </c:pt>
                <c:pt idx="18">
                  <c:v>-1.2884</c:v>
                </c:pt>
                <c:pt idx="19">
                  <c:v>-1.2059</c:v>
                </c:pt>
                <c:pt idx="20">
                  <c:v>-0.80847000000000002</c:v>
                </c:pt>
                <c:pt idx="21">
                  <c:v>-0.69626999999999994</c:v>
                </c:pt>
                <c:pt idx="22">
                  <c:v>-0.63836999999999999</c:v>
                </c:pt>
                <c:pt idx="23">
                  <c:v>-0.59726999999999997</c:v>
                </c:pt>
                <c:pt idx="24">
                  <c:v>-0.55698000000000003</c:v>
                </c:pt>
                <c:pt idx="25">
                  <c:v>-0.48610999999999999</c:v>
                </c:pt>
                <c:pt idx="26">
                  <c:v>-0.41114000000000001</c:v>
                </c:pt>
                <c:pt idx="27">
                  <c:v>-0.32504</c:v>
                </c:pt>
                <c:pt idx="28">
                  <c:v>-0.25480999999999998</c:v>
                </c:pt>
                <c:pt idx="29">
                  <c:v>-0.15323000000000001</c:v>
                </c:pt>
                <c:pt idx="30">
                  <c:v>-8.1320000000000003E-2</c:v>
                </c:pt>
                <c:pt idx="31">
                  <c:v>-5.0915999999999999E-3</c:v>
                </c:pt>
                <c:pt idx="32">
                  <c:v>4.4006999999999998E-2</c:v>
                </c:pt>
                <c:pt idx="33">
                  <c:v>9.3492000000000006E-2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EBC-4F4D-BABE-C4A5ADF9CD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9241551"/>
        <c:axId val="1546680751"/>
      </c:scatterChart>
      <c:valAx>
        <c:axId val="1549241551"/>
        <c:scaling>
          <c:orientation val="minMax"/>
          <c:max val="1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46680751"/>
        <c:crosses val="autoZero"/>
        <c:crossBetween val="midCat"/>
      </c:valAx>
      <c:valAx>
        <c:axId val="1546680751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49241551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su2 - exp</a:t>
            </a:r>
            <a:endParaRPr lang="ko-KR" altLang="en-US" sz="14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SU2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'[slice 0.9.xlsx]0.9'!$H$2:$H$94</c:f>
              <c:numCache>
                <c:formatCode>General</c:formatCode>
                <c:ptCount val="93"/>
                <c:pt idx="0">
                  <c:v>0.98603960902717358</c:v>
                </c:pt>
                <c:pt idx="1">
                  <c:v>0.97171076198761586</c:v>
                </c:pt>
                <c:pt idx="2">
                  <c:v>0.95674735172202019</c:v>
                </c:pt>
                <c:pt idx="3">
                  <c:v>0.94082186172662607</c:v>
                </c:pt>
                <c:pt idx="4">
                  <c:v>0.92377053374955231</c:v>
                </c:pt>
                <c:pt idx="5">
                  <c:v>0.90540913975743287</c:v>
                </c:pt>
                <c:pt idx="6">
                  <c:v>0.88561486106135834</c:v>
                </c:pt>
                <c:pt idx="7">
                  <c:v>0.86428534875390195</c:v>
                </c:pt>
                <c:pt idx="8">
                  <c:v>0.84140013305357964</c:v>
                </c:pt>
                <c:pt idx="9">
                  <c:v>0.83728570697507787</c:v>
                </c:pt>
                <c:pt idx="10">
                  <c:v>0.81691827439742093</c:v>
                </c:pt>
                <c:pt idx="11">
                  <c:v>0.79088071234839563</c:v>
                </c:pt>
                <c:pt idx="12">
                  <c:v>0.7633427153165141</c:v>
                </c:pt>
                <c:pt idx="13">
                  <c:v>0.7343718335806767</c:v>
                </c:pt>
                <c:pt idx="14">
                  <c:v>0.70407451000460564</c:v>
                </c:pt>
                <c:pt idx="15">
                  <c:v>0.67257970421165747</c:v>
                </c:pt>
                <c:pt idx="16">
                  <c:v>0.64002661071593059</c:v>
                </c:pt>
                <c:pt idx="17">
                  <c:v>0.60658103474745406</c:v>
                </c:pt>
                <c:pt idx="18">
                  <c:v>0.57241082851440572</c:v>
                </c:pt>
                <c:pt idx="19">
                  <c:v>0.53770840796274511</c:v>
                </c:pt>
                <c:pt idx="20">
                  <c:v>0.50266823601658039</c:v>
                </c:pt>
                <c:pt idx="21">
                  <c:v>0.46749910444705994</c:v>
                </c:pt>
                <c:pt idx="22">
                  <c:v>0.43241185200347987</c:v>
                </c:pt>
                <c:pt idx="23">
                  <c:v>0.3976255053477305</c:v>
                </c:pt>
                <c:pt idx="24">
                  <c:v>0.36335090322910812</c:v>
                </c:pt>
                <c:pt idx="25">
                  <c:v>0.32979888439690908</c:v>
                </c:pt>
                <c:pt idx="26">
                  <c:v>0.29717209968783576</c:v>
                </c:pt>
                <c:pt idx="27">
                  <c:v>0.26566501202599663</c:v>
                </c:pt>
                <c:pt idx="28">
                  <c:v>0.23545366153216324</c:v>
                </c:pt>
                <c:pt idx="29">
                  <c:v>0.20670385343636449</c:v>
                </c:pt>
                <c:pt idx="30">
                  <c:v>0.17956501714344192</c:v>
                </c:pt>
                <c:pt idx="31">
                  <c:v>0.15416815925489999</c:v>
                </c:pt>
                <c:pt idx="32">
                  <c:v>0.13061767565631244</c:v>
                </c:pt>
                <c:pt idx="33">
                  <c:v>0.10899953942991657</c:v>
                </c:pt>
                <c:pt idx="34">
                  <c:v>8.9366972007573764E-2</c:v>
                </c:pt>
                <c:pt idx="35">
                  <c:v>7.1742490148917593E-2</c:v>
                </c:pt>
                <c:pt idx="36">
                  <c:v>5.6117905941354011E-2</c:v>
                </c:pt>
                <c:pt idx="37">
                  <c:v>4.2442044931170424E-2</c:v>
                </c:pt>
                <c:pt idx="38">
                  <c:v>3.0680108489841873E-2</c:v>
                </c:pt>
                <c:pt idx="39">
                  <c:v>2.0875083158487365E-2</c:v>
                </c:pt>
                <c:pt idx="40">
                  <c:v>1.8312266516554956E-2</c:v>
                </c:pt>
                <c:pt idx="41">
                  <c:v>1.3086331303413299E-2</c:v>
                </c:pt>
                <c:pt idx="42">
                  <c:v>7.2647254490558815E-3</c:v>
                </c:pt>
                <c:pt idx="43">
                  <c:v>3.2301315183459771E-3</c:v>
                </c:pt>
                <c:pt idx="44">
                  <c:v>8.1674428125487583E-4</c:v>
                </c:pt>
                <c:pt idx="45">
                  <c:v>0</c:v>
                </c:pt>
                <c:pt idx="47">
                  <c:v>8.1674428125487583E-4</c:v>
                </c:pt>
                <c:pt idx="48">
                  <c:v>3.2301315183459771E-3</c:v>
                </c:pt>
                <c:pt idx="49">
                  <c:v>7.2647254490558815E-3</c:v>
                </c:pt>
                <c:pt idx="50">
                  <c:v>1.3086331303413299E-2</c:v>
                </c:pt>
                <c:pt idx="51">
                  <c:v>1.8312266516554956E-2</c:v>
                </c:pt>
                <c:pt idx="52">
                  <c:v>2.0875083158487365E-2</c:v>
                </c:pt>
                <c:pt idx="53">
                  <c:v>3.0680108489841873E-2</c:v>
                </c:pt>
                <c:pt idx="54">
                  <c:v>4.2442044931170424E-2</c:v>
                </c:pt>
                <c:pt idx="55">
                  <c:v>5.6117905941354011E-2</c:v>
                </c:pt>
                <c:pt idx="56">
                  <c:v>7.1742490148917593E-2</c:v>
                </c:pt>
                <c:pt idx="57">
                  <c:v>8.9366972007573764E-2</c:v>
                </c:pt>
                <c:pt idx="58">
                  <c:v>0.10899953942991657</c:v>
                </c:pt>
                <c:pt idx="59">
                  <c:v>0.13061767565631244</c:v>
                </c:pt>
                <c:pt idx="60">
                  <c:v>0.15416815925489999</c:v>
                </c:pt>
                <c:pt idx="61">
                  <c:v>0.17956501714344192</c:v>
                </c:pt>
                <c:pt idx="62">
                  <c:v>0.20670385343636449</c:v>
                </c:pt>
                <c:pt idx="63">
                  <c:v>0.23545366153216324</c:v>
                </c:pt>
                <c:pt idx="64">
                  <c:v>0.26566501202599663</c:v>
                </c:pt>
                <c:pt idx="65">
                  <c:v>0.29717209968783576</c:v>
                </c:pt>
                <c:pt idx="66">
                  <c:v>0.32979888439690908</c:v>
                </c:pt>
                <c:pt idx="67">
                  <c:v>0.36335090322910812</c:v>
                </c:pt>
                <c:pt idx="68">
                  <c:v>0.3976255053477305</c:v>
                </c:pt>
                <c:pt idx="69">
                  <c:v>0.43241185200347987</c:v>
                </c:pt>
                <c:pt idx="70">
                  <c:v>0.46749910444705994</c:v>
                </c:pt>
                <c:pt idx="71">
                  <c:v>0.50266823601658039</c:v>
                </c:pt>
                <c:pt idx="72">
                  <c:v>0.53770840796274511</c:v>
                </c:pt>
                <c:pt idx="73">
                  <c:v>0.57241082851440572</c:v>
                </c:pt>
                <c:pt idx="74">
                  <c:v>0.60658103474745406</c:v>
                </c:pt>
                <c:pt idx="75">
                  <c:v>0.64002661071593059</c:v>
                </c:pt>
                <c:pt idx="76">
                  <c:v>0.67257970421165747</c:v>
                </c:pt>
                <c:pt idx="77">
                  <c:v>0.70407451000460564</c:v>
                </c:pt>
                <c:pt idx="78">
                  <c:v>0.7343718335806767</c:v>
                </c:pt>
                <c:pt idx="79">
                  <c:v>0.7633427153165141</c:v>
                </c:pt>
                <c:pt idx="80">
                  <c:v>0.79088071234839563</c:v>
                </c:pt>
                <c:pt idx="81">
                  <c:v>0.81691827439742093</c:v>
                </c:pt>
                <c:pt idx="82">
                  <c:v>0.83728570697507787</c:v>
                </c:pt>
                <c:pt idx="83">
                  <c:v>0.84140013305357964</c:v>
                </c:pt>
                <c:pt idx="84">
                  <c:v>0.86428534875390195</c:v>
                </c:pt>
                <c:pt idx="85">
                  <c:v>0.88561486106135834</c:v>
                </c:pt>
                <c:pt idx="86">
                  <c:v>0.90540913975743287</c:v>
                </c:pt>
                <c:pt idx="87">
                  <c:v>0.92377053374955231</c:v>
                </c:pt>
                <c:pt idx="88">
                  <c:v>0.94082186172662607</c:v>
                </c:pt>
                <c:pt idx="89">
                  <c:v>0.95674735172202019</c:v>
                </c:pt>
                <c:pt idx="90">
                  <c:v>0.97171076198761586</c:v>
                </c:pt>
                <c:pt idx="91">
                  <c:v>0.98603960902717358</c:v>
                </c:pt>
                <c:pt idx="92">
                  <c:v>1</c:v>
                </c:pt>
              </c:numCache>
            </c:numRef>
          </c:xVal>
          <c:yVal>
            <c:numRef>
              <c:f>'[slice 0.9.xlsx]0.9'!$I$2:$I$94</c:f>
              <c:numCache>
                <c:formatCode>General</c:formatCode>
                <c:ptCount val="93"/>
                <c:pt idx="0">
                  <c:v>5.6906600000000002E-3</c:v>
                </c:pt>
                <c:pt idx="1">
                  <c:v>-2.7649599999999999E-3</c:v>
                </c:pt>
                <c:pt idx="2">
                  <c:v>-1.2715499999999999E-2</c:v>
                </c:pt>
                <c:pt idx="3">
                  <c:v>-2.3657299999999999E-2</c:v>
                </c:pt>
                <c:pt idx="4">
                  <c:v>-3.4944299999999998E-2</c:v>
                </c:pt>
                <c:pt idx="5">
                  <c:v>-4.6102799999999999E-2</c:v>
                </c:pt>
                <c:pt idx="6">
                  <c:v>-5.6851100000000002E-2</c:v>
                </c:pt>
                <c:pt idx="7">
                  <c:v>-9.2332999999999998E-2</c:v>
                </c:pt>
                <c:pt idx="8">
                  <c:v>-0.103085</c:v>
                </c:pt>
                <c:pt idx="9">
                  <c:v>-0.105182</c:v>
                </c:pt>
                <c:pt idx="10">
                  <c:v>-0.115887</c:v>
                </c:pt>
                <c:pt idx="11">
                  <c:v>-0.13007099999999999</c:v>
                </c:pt>
                <c:pt idx="12">
                  <c:v>-0.14602100000000001</c:v>
                </c:pt>
                <c:pt idx="13">
                  <c:v>-0.163656</c:v>
                </c:pt>
                <c:pt idx="14">
                  <c:v>-0.18315600000000001</c:v>
                </c:pt>
                <c:pt idx="15">
                  <c:v>-0.14168</c:v>
                </c:pt>
                <c:pt idx="16">
                  <c:v>-0.160411</c:v>
                </c:pt>
                <c:pt idx="17">
                  <c:v>-0.18129300000000001</c:v>
                </c:pt>
                <c:pt idx="18">
                  <c:v>-0.203098</c:v>
                </c:pt>
                <c:pt idx="19">
                  <c:v>-0.22398399999999999</c:v>
                </c:pt>
                <c:pt idx="20">
                  <c:v>-0.24148900000000001</c:v>
                </c:pt>
                <c:pt idx="21">
                  <c:v>-0.253274</c:v>
                </c:pt>
                <c:pt idx="22">
                  <c:v>-0.25755</c:v>
                </c:pt>
                <c:pt idx="23">
                  <c:v>-0.253718</c:v>
                </c:pt>
                <c:pt idx="24">
                  <c:v>-0.24227599999999999</c:v>
                </c:pt>
                <c:pt idx="25">
                  <c:v>-0.224499</c:v>
                </c:pt>
                <c:pt idx="26">
                  <c:v>-0.20182800000000001</c:v>
                </c:pt>
                <c:pt idx="27">
                  <c:v>-0.175625</c:v>
                </c:pt>
                <c:pt idx="28">
                  <c:v>-0.14684900000000001</c:v>
                </c:pt>
                <c:pt idx="29">
                  <c:v>-0.115996</c:v>
                </c:pt>
                <c:pt idx="30">
                  <c:v>-8.3248100000000005E-2</c:v>
                </c:pt>
                <c:pt idx="31">
                  <c:v>-4.8498399999999997E-2</c:v>
                </c:pt>
                <c:pt idx="32">
                  <c:v>-1.14477E-2</c:v>
                </c:pt>
                <c:pt idx="33">
                  <c:v>2.80491E-2</c:v>
                </c:pt>
                <c:pt idx="34">
                  <c:v>6.9512099999999993E-2</c:v>
                </c:pt>
                <c:pt idx="35">
                  <c:v>0.112595</c:v>
                </c:pt>
                <c:pt idx="36">
                  <c:v>0.150226</c:v>
                </c:pt>
                <c:pt idx="37">
                  <c:v>0.17066500000000001</c:v>
                </c:pt>
                <c:pt idx="38">
                  <c:v>0.20350099999999999</c:v>
                </c:pt>
                <c:pt idx="39">
                  <c:v>0.30708600000000003</c:v>
                </c:pt>
                <c:pt idx="40">
                  <c:v>0.36480899999999999</c:v>
                </c:pt>
                <c:pt idx="41">
                  <c:v>0.48233199999999998</c:v>
                </c:pt>
                <c:pt idx="42">
                  <c:v>0.66288199999999997</c:v>
                </c:pt>
                <c:pt idx="43">
                  <c:v>0.77929800000000005</c:v>
                </c:pt>
                <c:pt idx="44">
                  <c:v>0.75684200000000001</c:v>
                </c:pt>
                <c:pt idx="45">
                  <c:v>0.55126299999999995</c:v>
                </c:pt>
                <c:pt idx="47">
                  <c:v>0.24224399999999999</c:v>
                </c:pt>
                <c:pt idx="48">
                  <c:v>-0.146595</c:v>
                </c:pt>
                <c:pt idx="49">
                  <c:v>-0.54297399999999996</c:v>
                </c:pt>
                <c:pt idx="50">
                  <c:v>-0.89822900000000006</c:v>
                </c:pt>
                <c:pt idx="51">
                  <c:v>-1.08463</c:v>
                </c:pt>
                <c:pt idx="52">
                  <c:v>-1.1759900000000001</c:v>
                </c:pt>
                <c:pt idx="53">
                  <c:v>-1.3406199999999999</c:v>
                </c:pt>
                <c:pt idx="54">
                  <c:v>-1.3955500000000001</c:v>
                </c:pt>
                <c:pt idx="55">
                  <c:v>-1.38256</c:v>
                </c:pt>
                <c:pt idx="56">
                  <c:v>-1.35137</c:v>
                </c:pt>
                <c:pt idx="57">
                  <c:v>-1.3264800000000001</c:v>
                </c:pt>
                <c:pt idx="58">
                  <c:v>-1.30904</c:v>
                </c:pt>
                <c:pt idx="59">
                  <c:v>-1.28945</c:v>
                </c:pt>
                <c:pt idx="60">
                  <c:v>-1.2522599999999999</c:v>
                </c:pt>
                <c:pt idx="61">
                  <c:v>-1.1388400000000001</c:v>
                </c:pt>
                <c:pt idx="62">
                  <c:v>-0.90366999999999997</c:v>
                </c:pt>
                <c:pt idx="63">
                  <c:v>-0.68382200000000004</c:v>
                </c:pt>
                <c:pt idx="64">
                  <c:v>-0.55385300000000004</c:v>
                </c:pt>
                <c:pt idx="65">
                  <c:v>-0.50239100000000003</c:v>
                </c:pt>
                <c:pt idx="66">
                  <c:v>-0.48861399999999999</c:v>
                </c:pt>
                <c:pt idx="67">
                  <c:v>-0.477771</c:v>
                </c:pt>
                <c:pt idx="68">
                  <c:v>-0.46006799999999998</c:v>
                </c:pt>
                <c:pt idx="69">
                  <c:v>-0.42849300000000001</c:v>
                </c:pt>
                <c:pt idx="70">
                  <c:v>-0.39073999999999998</c:v>
                </c:pt>
                <c:pt idx="71">
                  <c:v>-0.35269400000000001</c:v>
                </c:pt>
                <c:pt idx="72">
                  <c:v>-0.317685</c:v>
                </c:pt>
                <c:pt idx="73">
                  <c:v>-0.28477000000000002</c:v>
                </c:pt>
                <c:pt idx="74">
                  <c:v>-0.25493900000000003</c:v>
                </c:pt>
                <c:pt idx="75">
                  <c:v>-0.228356</c:v>
                </c:pt>
                <c:pt idx="76">
                  <c:v>-0.204626</c:v>
                </c:pt>
                <c:pt idx="77">
                  <c:v>-0.125583</c:v>
                </c:pt>
                <c:pt idx="78">
                  <c:v>-0.112334</c:v>
                </c:pt>
                <c:pt idx="79">
                  <c:v>-0.101364</c:v>
                </c:pt>
                <c:pt idx="80">
                  <c:v>-9.2178599999999999E-2</c:v>
                </c:pt>
                <c:pt idx="81">
                  <c:v>-8.3626199999999998E-2</c:v>
                </c:pt>
                <c:pt idx="82">
                  <c:v>-7.6642600000000005E-2</c:v>
                </c:pt>
                <c:pt idx="83">
                  <c:v>-7.5302099999999997E-2</c:v>
                </c:pt>
                <c:pt idx="84">
                  <c:v>-6.6430799999999998E-2</c:v>
                </c:pt>
                <c:pt idx="85">
                  <c:v>-8.2213800000000004E-2</c:v>
                </c:pt>
                <c:pt idx="86">
                  <c:v>-7.4250099999999999E-2</c:v>
                </c:pt>
                <c:pt idx="87">
                  <c:v>-6.5265000000000004E-2</c:v>
                </c:pt>
                <c:pt idx="88">
                  <c:v>-5.9956200000000001E-2</c:v>
                </c:pt>
                <c:pt idx="89">
                  <c:v>-4.9476600000000003E-2</c:v>
                </c:pt>
                <c:pt idx="90">
                  <c:v>-4.7397399999999999E-2</c:v>
                </c:pt>
                <c:pt idx="91">
                  <c:v>-2.6288599999999999E-2</c:v>
                </c:pt>
                <c:pt idx="92">
                  <c:v>-6.4096999999999999E-3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B2E-4FDF-90D4-83F8B33E8BDF}"/>
            </c:ext>
          </c:extLst>
        </c:ser>
        <c:ser>
          <c:idx val="0"/>
          <c:order val="1"/>
          <c:tx>
            <c:v>exp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'[slice 0.9.xlsx]0.9'!$V$26:$V$70</c:f>
              <c:numCache>
                <c:formatCode>0.00E+00</c:formatCode>
                <c:ptCount val="45"/>
                <c:pt idx="0">
                  <c:v>0.94977</c:v>
                </c:pt>
                <c:pt idx="1">
                  <c:v>0.84953999999999996</c:v>
                </c:pt>
                <c:pt idx="2">
                  <c:v>0.75002999999999997</c:v>
                </c:pt>
                <c:pt idx="3">
                  <c:v>0.64988000000000001</c:v>
                </c:pt>
                <c:pt idx="4">
                  <c:v>0.54983000000000004</c:v>
                </c:pt>
                <c:pt idx="5">
                  <c:v>0.44990000000000002</c:v>
                </c:pt>
                <c:pt idx="6">
                  <c:v>0.35016000000000003</c:v>
                </c:pt>
                <c:pt idx="7">
                  <c:v>0.25012000000000001</c:v>
                </c:pt>
                <c:pt idx="8">
                  <c:v>0.15054000000000001</c:v>
                </c:pt>
                <c:pt idx="9">
                  <c:v>0.10029</c:v>
                </c:pt>
                <c:pt idx="10">
                  <c:v>6.5500000000000003E-2</c:v>
                </c:pt>
                <c:pt idx="11">
                  <c:v>4.0300000000000002E-2</c:v>
                </c:pt>
                <c:pt idx="12">
                  <c:v>2.0299999999999999E-2</c:v>
                </c:pt>
                <c:pt idx="13">
                  <c:v>5.8700000000000002E-3</c:v>
                </c:pt>
                <c:pt idx="14">
                  <c:v>5.6999999999999998E-4</c:v>
                </c:pt>
                <c:pt idx="15">
                  <c:v>1.8400000000000001E-3</c:v>
                </c:pt>
                <c:pt idx="16">
                  <c:v>6.2599999999999999E-3</c:v>
                </c:pt>
                <c:pt idx="17">
                  <c:v>1.2279999999999999E-2</c:v>
                </c:pt>
                <c:pt idx="18">
                  <c:v>2.0060000000000001E-2</c:v>
                </c:pt>
                <c:pt idx="19">
                  <c:v>2.988E-2</c:v>
                </c:pt>
                <c:pt idx="20">
                  <c:v>4.9660000000000003E-2</c:v>
                </c:pt>
                <c:pt idx="21">
                  <c:v>7.4480000000000005E-2</c:v>
                </c:pt>
                <c:pt idx="22">
                  <c:v>9.9940000000000001E-2</c:v>
                </c:pt>
                <c:pt idx="23">
                  <c:v>0.13986000000000001</c:v>
                </c:pt>
                <c:pt idx="24">
                  <c:v>0.17979000000000001</c:v>
                </c:pt>
                <c:pt idx="25">
                  <c:v>0.22001000000000001</c:v>
                </c:pt>
                <c:pt idx="26">
                  <c:v>0.25963999999999998</c:v>
                </c:pt>
                <c:pt idx="27">
                  <c:v>0.29987999999999998</c:v>
                </c:pt>
                <c:pt idx="28">
                  <c:v>0.33984999999999999</c:v>
                </c:pt>
                <c:pt idx="29">
                  <c:v>0.37985999999999998</c:v>
                </c:pt>
                <c:pt idx="30">
                  <c:v>0.41959000000000002</c:v>
                </c:pt>
                <c:pt idx="31">
                  <c:v>0.45974999999999999</c:v>
                </c:pt>
                <c:pt idx="32">
                  <c:v>0.49959999999999999</c:v>
                </c:pt>
                <c:pt idx="33">
                  <c:v>0.53959000000000001</c:v>
                </c:pt>
                <c:pt idx="34">
                  <c:v>0.57960999999999996</c:v>
                </c:pt>
                <c:pt idx="35">
                  <c:v>0.61987000000000003</c:v>
                </c:pt>
                <c:pt idx="36">
                  <c:v>0.65968000000000004</c:v>
                </c:pt>
                <c:pt idx="37">
                  <c:v>0.69969999999999999</c:v>
                </c:pt>
                <c:pt idx="38">
                  <c:v>0.73939999999999995</c:v>
                </c:pt>
                <c:pt idx="39">
                  <c:v>0.77959999999999996</c:v>
                </c:pt>
                <c:pt idx="40">
                  <c:v>0.81937000000000004</c:v>
                </c:pt>
                <c:pt idx="41">
                  <c:v>0.85955000000000004</c:v>
                </c:pt>
                <c:pt idx="42">
                  <c:v>0.89939999999999998</c:v>
                </c:pt>
                <c:pt idx="43">
                  <c:v>0.94726999999999995</c:v>
                </c:pt>
                <c:pt idx="44">
                  <c:v>0.98506000000000005</c:v>
                </c:pt>
              </c:numCache>
            </c:numRef>
          </c:xVal>
          <c:yVal>
            <c:numRef>
              <c:f>'[slice 0.9.xlsx]0.9'!$X$26:$X$70</c:f>
              <c:numCache>
                <c:formatCode>0.00E+00</c:formatCode>
                <c:ptCount val="45"/>
                <c:pt idx="0">
                  <c:v>6.2588000000000005E-2</c:v>
                </c:pt>
                <c:pt idx="1">
                  <c:v>-2.3640999999999999E-2</c:v>
                </c:pt>
                <c:pt idx="2">
                  <c:v>-8.6803000000000005E-2</c:v>
                </c:pt>
                <c:pt idx="3">
                  <c:v>-0.14099999999999999</c:v>
                </c:pt>
                <c:pt idx="4">
                  <c:v>-0.24207000000000001</c:v>
                </c:pt>
                <c:pt idx="5">
                  <c:v>-0.23977999999999999</c:v>
                </c:pt>
                <c:pt idx="6">
                  <c:v>-0.21018999999999999</c:v>
                </c:pt>
                <c:pt idx="7">
                  <c:v>-0.13941999999999999</c:v>
                </c:pt>
                <c:pt idx="8">
                  <c:v>-7.5754000000000004E-3</c:v>
                </c:pt>
                <c:pt idx="9">
                  <c:v>7.3524000000000006E-2</c:v>
                </c:pt>
                <c:pt idx="10">
                  <c:v>0.18462000000000001</c:v>
                </c:pt>
                <c:pt idx="11">
                  <c:v>0.18414</c:v>
                </c:pt>
                <c:pt idx="12">
                  <c:v>0.30302000000000001</c:v>
                </c:pt>
                <c:pt idx="13">
                  <c:v>0.71460999999999997</c:v>
                </c:pt>
                <c:pt idx="14">
                  <c:v>0.57972999999999997</c:v>
                </c:pt>
                <c:pt idx="15">
                  <c:v>-0.46845999999999999</c:v>
                </c:pt>
                <c:pt idx="16">
                  <c:v>-0.46914</c:v>
                </c:pt>
                <c:pt idx="17">
                  <c:v>-0.83425000000000005</c:v>
                </c:pt>
                <c:pt idx="18">
                  <c:v>-1.2021999999999999</c:v>
                </c:pt>
                <c:pt idx="19">
                  <c:v>-1.3920999999999999</c:v>
                </c:pt>
                <c:pt idx="20">
                  <c:v>-1.4224000000000001</c:v>
                </c:pt>
                <c:pt idx="21">
                  <c:v>-1.385</c:v>
                </c:pt>
                <c:pt idx="22">
                  <c:v>-1.3517999999999999</c:v>
                </c:pt>
                <c:pt idx="23">
                  <c:v>-1.3219000000000001</c:v>
                </c:pt>
                <c:pt idx="24">
                  <c:v>-1.2962</c:v>
                </c:pt>
                <c:pt idx="25">
                  <c:v>-1.2178</c:v>
                </c:pt>
                <c:pt idx="26">
                  <c:v>-0.84379999999999999</c:v>
                </c:pt>
                <c:pt idx="27">
                  <c:v>-0.66337000000000002</c:v>
                </c:pt>
                <c:pt idx="28">
                  <c:v>-0.57652999999999999</c:v>
                </c:pt>
                <c:pt idx="29">
                  <c:v>-0.51371999999999995</c:v>
                </c:pt>
                <c:pt idx="30">
                  <c:v>-0.41177999999999998</c:v>
                </c:pt>
                <c:pt idx="31">
                  <c:v>-0.34275</c:v>
                </c:pt>
                <c:pt idx="32">
                  <c:v>-0.27461999999999998</c:v>
                </c:pt>
                <c:pt idx="33">
                  <c:v>-0.23297000000000001</c:v>
                </c:pt>
                <c:pt idx="34">
                  <c:v>-0.19384000000000001</c:v>
                </c:pt>
                <c:pt idx="35">
                  <c:v>-0.16077</c:v>
                </c:pt>
                <c:pt idx="36">
                  <c:v>-0.12252</c:v>
                </c:pt>
                <c:pt idx="37">
                  <c:v>-9.0772000000000005E-2</c:v>
                </c:pt>
                <c:pt idx="38">
                  <c:v>-7.3255000000000001E-2</c:v>
                </c:pt>
                <c:pt idx="39">
                  <c:v>-4.4866999999999997E-2</c:v>
                </c:pt>
                <c:pt idx="40">
                  <c:v>-8.4145999999999995E-3</c:v>
                </c:pt>
                <c:pt idx="41">
                  <c:v>9.5536000000000006E-3</c:v>
                </c:pt>
                <c:pt idx="42">
                  <c:v>4.4039000000000002E-2</c:v>
                </c:pt>
                <c:pt idx="43">
                  <c:v>7.4426999999999993E-2</c:v>
                </c:pt>
                <c:pt idx="44">
                  <c:v>0.10294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B2E-4FDF-90D4-83F8B33E8B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9867120"/>
        <c:axId val="1119866640"/>
      </c:scatterChart>
      <c:valAx>
        <c:axId val="1119867120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9866640"/>
        <c:crosses val="autoZero"/>
        <c:crossBetween val="midCat"/>
      </c:valAx>
      <c:valAx>
        <c:axId val="1119866640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9867120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/>
              <a:t>su2</a:t>
            </a:r>
            <a:r>
              <a:rPr lang="en-US" altLang="ko-KR" baseline="0" dirty="0"/>
              <a:t> - exp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su2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'[slice 0.99.xlsx]slice 0.99'!$H$2:$H$98</c:f>
              <c:numCache>
                <c:formatCode>General</c:formatCode>
                <c:ptCount val="97"/>
                <c:pt idx="0">
                  <c:v>0.98605382304775424</c:v>
                </c:pt>
                <c:pt idx="1">
                  <c:v>0.97173545612974987</c:v>
                </c:pt>
                <c:pt idx="2">
                  <c:v>0.95676028338981878</c:v>
                </c:pt>
                <c:pt idx="3">
                  <c:v>0.94084368897179227</c:v>
                </c:pt>
                <c:pt idx="4">
                  <c:v>0.94036203136904617</c:v>
                </c:pt>
                <c:pt idx="5">
                  <c:v>0.92378863112909304</c:v>
                </c:pt>
                <c:pt idx="6">
                  <c:v>0.90541996164253968</c:v>
                </c:pt>
                <c:pt idx="7">
                  <c:v>0.88562821287514548</c:v>
                </c:pt>
                <c:pt idx="8">
                  <c:v>0.86430391718992172</c:v>
                </c:pt>
                <c:pt idx="9">
                  <c:v>0.84140328753207394</c:v>
                </c:pt>
                <c:pt idx="10">
                  <c:v>0.81692632390160169</c:v>
                </c:pt>
                <c:pt idx="11">
                  <c:v>0.79089491982590276</c:v>
                </c:pt>
                <c:pt idx="12">
                  <c:v>0.76335286235977196</c:v>
                </c:pt>
                <c:pt idx="13">
                  <c:v>0.73438772561279964</c:v>
                </c:pt>
                <c:pt idx="14">
                  <c:v>0.70408708369457673</c:v>
                </c:pt>
                <c:pt idx="15">
                  <c:v>0.67258886582770672</c:v>
                </c:pt>
                <c:pt idx="16">
                  <c:v>0.64003537994027448</c:v>
                </c:pt>
                <c:pt idx="17">
                  <c:v>0.62446908196060902</c:v>
                </c:pt>
                <c:pt idx="18">
                  <c:v>0.60658863813502184</c:v>
                </c:pt>
                <c:pt idx="19">
                  <c:v>0.57241940992564955</c:v>
                </c:pt>
                <c:pt idx="20">
                  <c:v>0.53771379029503719</c:v>
                </c:pt>
                <c:pt idx="21">
                  <c:v>0.50267538904798181</c:v>
                </c:pt>
                <c:pt idx="22">
                  <c:v>0.46750562663654127</c:v>
                </c:pt>
                <c:pt idx="23">
                  <c:v>0.43241905962921107</c:v>
                </c:pt>
                <c:pt idx="24">
                  <c:v>0.39763024459448804</c:v>
                </c:pt>
                <c:pt idx="25">
                  <c:v>0.36335592745360762</c:v>
                </c:pt>
                <c:pt idx="26">
                  <c:v>0.32980409671684657</c:v>
                </c:pt>
                <c:pt idx="27">
                  <c:v>0.29717617283626263</c:v>
                </c:pt>
                <c:pt idx="28">
                  <c:v>0.26566700820569411</c:v>
                </c:pt>
                <c:pt idx="29">
                  <c:v>0.23545612974980082</c:v>
                </c:pt>
                <c:pt idx="30">
                  <c:v>0.2067055495713247</c:v>
                </c:pt>
                <c:pt idx="31">
                  <c:v>0.17956633300930919</c:v>
                </c:pt>
                <c:pt idx="32">
                  <c:v>0.15416984122813926</c:v>
                </c:pt>
                <c:pt idx="33">
                  <c:v>0.15267670265962574</c:v>
                </c:pt>
                <c:pt idx="34">
                  <c:v>0.13061897380658372</c:v>
                </c:pt>
                <c:pt idx="35">
                  <c:v>0.10900130485423294</c:v>
                </c:pt>
                <c:pt idx="36">
                  <c:v>8.9367189484101023E-2</c:v>
                </c:pt>
                <c:pt idx="37">
                  <c:v>7.1742899929065074E-2</c:v>
                </c:pt>
                <c:pt idx="38">
                  <c:v>5.6117489425426235E-2</c:v>
                </c:pt>
                <c:pt idx="39">
                  <c:v>4.244060286017038E-2</c:v>
                </c:pt>
                <c:pt idx="40">
                  <c:v>3.0681589294940775E-2</c:v>
                </c:pt>
                <c:pt idx="41">
                  <c:v>2.0875478373573546E-2</c:v>
                </c:pt>
                <c:pt idx="42">
                  <c:v>1.3085761325521743E-2</c:v>
                </c:pt>
                <c:pt idx="43">
                  <c:v>7.2642723905105627E-3</c:v>
                </c:pt>
                <c:pt idx="44">
                  <c:v>3.229295291140136E-3</c:v>
                </c:pt>
                <c:pt idx="45">
                  <c:v>2.6381700514060274E-3</c:v>
                </c:pt>
                <c:pt idx="46">
                  <c:v>8.1662857192889998E-4</c:v>
                </c:pt>
                <c:pt idx="47">
                  <c:v>0</c:v>
                </c:pt>
                <c:pt idx="49">
                  <c:v>8.1662857192889998E-4</c:v>
                </c:pt>
                <c:pt idx="50">
                  <c:v>2.6381700514060274E-3</c:v>
                </c:pt>
                <c:pt idx="51">
                  <c:v>3.229295291140136E-3</c:v>
                </c:pt>
                <c:pt idx="52">
                  <c:v>7.2642723905105627E-3</c:v>
                </c:pt>
                <c:pt idx="53">
                  <c:v>1.3085761325521743E-2</c:v>
                </c:pt>
                <c:pt idx="54">
                  <c:v>2.0875478373573546E-2</c:v>
                </c:pt>
                <c:pt idx="55">
                  <c:v>3.0681589294940775E-2</c:v>
                </c:pt>
                <c:pt idx="56">
                  <c:v>4.244060286017038E-2</c:v>
                </c:pt>
                <c:pt idx="57">
                  <c:v>5.6117489425426235E-2</c:v>
                </c:pt>
                <c:pt idx="58">
                  <c:v>7.1742899929065074E-2</c:v>
                </c:pt>
                <c:pt idx="59">
                  <c:v>8.9367189484101023E-2</c:v>
                </c:pt>
                <c:pt idx="60">
                  <c:v>0.10900130485423294</c:v>
                </c:pt>
                <c:pt idx="61">
                  <c:v>0.13061897380658372</c:v>
                </c:pt>
                <c:pt idx="62">
                  <c:v>0.15267670265962574</c:v>
                </c:pt>
                <c:pt idx="63">
                  <c:v>0.15416984122813926</c:v>
                </c:pt>
                <c:pt idx="64">
                  <c:v>0.17956633300930919</c:v>
                </c:pt>
                <c:pt idx="65">
                  <c:v>0.2067055495713247</c:v>
                </c:pt>
                <c:pt idx="66">
                  <c:v>0.23545612974980082</c:v>
                </c:pt>
                <c:pt idx="67">
                  <c:v>0.26566700820569411</c:v>
                </c:pt>
                <c:pt idx="68">
                  <c:v>0.29717617283626263</c:v>
                </c:pt>
                <c:pt idx="69">
                  <c:v>0.32980409671684657</c:v>
                </c:pt>
                <c:pt idx="70">
                  <c:v>0.36335592745360762</c:v>
                </c:pt>
                <c:pt idx="71">
                  <c:v>0.39763024459448804</c:v>
                </c:pt>
                <c:pt idx="72">
                  <c:v>0.43241905962921107</c:v>
                </c:pt>
                <c:pt idx="73">
                  <c:v>0.46750562663654127</c:v>
                </c:pt>
                <c:pt idx="74">
                  <c:v>0.50267538904798181</c:v>
                </c:pt>
                <c:pt idx="75">
                  <c:v>0.53771379029503719</c:v>
                </c:pt>
                <c:pt idx="76">
                  <c:v>0.57241940992564955</c:v>
                </c:pt>
                <c:pt idx="77">
                  <c:v>0.60658863813502184</c:v>
                </c:pt>
                <c:pt idx="78">
                  <c:v>0.62446908196060902</c:v>
                </c:pt>
                <c:pt idx="79">
                  <c:v>0.64003537994027448</c:v>
                </c:pt>
                <c:pt idx="80">
                  <c:v>0.67258886582770672</c:v>
                </c:pt>
                <c:pt idx="81">
                  <c:v>0.70408708369457673</c:v>
                </c:pt>
                <c:pt idx="82">
                  <c:v>0.73438772561279964</c:v>
                </c:pt>
                <c:pt idx="83">
                  <c:v>0.76335286235977196</c:v>
                </c:pt>
                <c:pt idx="84">
                  <c:v>0.79089491982590276</c:v>
                </c:pt>
                <c:pt idx="85">
                  <c:v>0.81692632390160169</c:v>
                </c:pt>
                <c:pt idx="86">
                  <c:v>0.84140328753207394</c:v>
                </c:pt>
                <c:pt idx="87">
                  <c:v>0.86430391718992172</c:v>
                </c:pt>
                <c:pt idx="88">
                  <c:v>0.88562821287514548</c:v>
                </c:pt>
                <c:pt idx="89">
                  <c:v>0.90541996164253968</c:v>
                </c:pt>
                <c:pt idx="90">
                  <c:v>0.92378863112909304</c:v>
                </c:pt>
                <c:pt idx="91">
                  <c:v>0.94036203136904617</c:v>
                </c:pt>
                <c:pt idx="92">
                  <c:v>0.94084368897179227</c:v>
                </c:pt>
                <c:pt idx="93">
                  <c:v>0.95676028338981878</c:v>
                </c:pt>
                <c:pt idx="94">
                  <c:v>0.97173545612974987</c:v>
                </c:pt>
                <c:pt idx="95">
                  <c:v>0.98605382304775424</c:v>
                </c:pt>
                <c:pt idx="96">
                  <c:v>1</c:v>
                </c:pt>
              </c:numCache>
            </c:numRef>
          </c:xVal>
          <c:yVal>
            <c:numRef>
              <c:f>'[slice 0.99.xlsx]slice 0.99'!$I$2:$I$98</c:f>
              <c:numCache>
                <c:formatCode>General</c:formatCode>
                <c:ptCount val="97"/>
                <c:pt idx="0">
                  <c:v>-0.13392699999999999</c:v>
                </c:pt>
                <c:pt idx="1">
                  <c:v>-0.12579599999999999</c:v>
                </c:pt>
                <c:pt idx="2">
                  <c:v>-0.11291900000000001</c:v>
                </c:pt>
                <c:pt idx="3">
                  <c:v>1.3750200000000001E-2</c:v>
                </c:pt>
                <c:pt idx="4">
                  <c:v>-0.105625</c:v>
                </c:pt>
                <c:pt idx="5">
                  <c:v>-0.103496</c:v>
                </c:pt>
                <c:pt idx="6">
                  <c:v>-0.10594099999999999</c:v>
                </c:pt>
                <c:pt idx="7">
                  <c:v>-0.10936</c:v>
                </c:pt>
                <c:pt idx="8">
                  <c:v>-0.11597</c:v>
                </c:pt>
                <c:pt idx="9">
                  <c:v>-0.12410599999999999</c:v>
                </c:pt>
                <c:pt idx="10">
                  <c:v>-0.134106</c:v>
                </c:pt>
                <c:pt idx="11">
                  <c:v>-0.14496400000000001</c:v>
                </c:pt>
                <c:pt idx="12">
                  <c:v>-0.15667800000000001</c:v>
                </c:pt>
                <c:pt idx="13">
                  <c:v>-0.168932</c:v>
                </c:pt>
                <c:pt idx="14">
                  <c:v>-0.18156800000000001</c:v>
                </c:pt>
                <c:pt idx="15">
                  <c:v>-0.19426199999999999</c:v>
                </c:pt>
                <c:pt idx="16">
                  <c:v>-0.182422</c:v>
                </c:pt>
                <c:pt idx="17">
                  <c:v>-0.21149899999999999</c:v>
                </c:pt>
                <c:pt idx="18">
                  <c:v>-0.19964000000000001</c:v>
                </c:pt>
                <c:pt idx="19">
                  <c:v>-0.21801400000000001</c:v>
                </c:pt>
                <c:pt idx="20">
                  <c:v>-0.23705999999999999</c:v>
                </c:pt>
                <c:pt idx="21">
                  <c:v>-0.25498100000000001</c:v>
                </c:pt>
                <c:pt idx="22">
                  <c:v>-0.27061499999999999</c:v>
                </c:pt>
                <c:pt idx="23">
                  <c:v>-0.28350900000000001</c:v>
                </c:pt>
                <c:pt idx="24">
                  <c:v>-0.293738</c:v>
                </c:pt>
                <c:pt idx="25">
                  <c:v>-0.30194700000000002</c:v>
                </c:pt>
                <c:pt idx="26">
                  <c:v>-0.30880000000000002</c:v>
                </c:pt>
                <c:pt idx="27">
                  <c:v>-0.314444</c:v>
                </c:pt>
                <c:pt idx="28">
                  <c:v>-0.31829200000000002</c:v>
                </c:pt>
                <c:pt idx="29">
                  <c:v>-0.31899300000000003</c:v>
                </c:pt>
                <c:pt idx="30">
                  <c:v>-0.31496499999999999</c:v>
                </c:pt>
                <c:pt idx="31">
                  <c:v>-0.304533</c:v>
                </c:pt>
                <c:pt idx="32">
                  <c:v>-0.28659000000000001</c:v>
                </c:pt>
                <c:pt idx="33">
                  <c:v>-0.28494999999999998</c:v>
                </c:pt>
                <c:pt idx="34">
                  <c:v>-0.27042899999999997</c:v>
                </c:pt>
                <c:pt idx="35">
                  <c:v>-0.24951699999999999</c:v>
                </c:pt>
                <c:pt idx="36">
                  <c:v>-0.22339100000000001</c:v>
                </c:pt>
                <c:pt idx="37">
                  <c:v>-0.18982499999999999</c:v>
                </c:pt>
                <c:pt idx="38">
                  <c:v>-0.15253800000000001</c:v>
                </c:pt>
                <c:pt idx="39">
                  <c:v>-0.12012399999999999</c:v>
                </c:pt>
                <c:pt idx="40">
                  <c:v>-6.1402699999999998E-2</c:v>
                </c:pt>
                <c:pt idx="41">
                  <c:v>7.8145900000000004E-2</c:v>
                </c:pt>
                <c:pt idx="42">
                  <c:v>0.30004999999999998</c:v>
                </c:pt>
                <c:pt idx="43">
                  <c:v>0.51731899999999997</c:v>
                </c:pt>
                <c:pt idx="44">
                  <c:v>-0.12712300000000001</c:v>
                </c:pt>
                <c:pt idx="45">
                  <c:v>-5.03638E-2</c:v>
                </c:pt>
                <c:pt idx="46">
                  <c:v>0.20111499999999999</c:v>
                </c:pt>
                <c:pt idx="47">
                  <c:v>0.71080299999999996</c:v>
                </c:pt>
                <c:pt idx="49">
                  <c:v>0.68030800000000002</c:v>
                </c:pt>
                <c:pt idx="50">
                  <c:v>0.72269499999999998</c:v>
                </c:pt>
                <c:pt idx="51">
                  <c:v>0.71620499999999998</c:v>
                </c:pt>
                <c:pt idx="52">
                  <c:v>-0.49635600000000002</c:v>
                </c:pt>
                <c:pt idx="53">
                  <c:v>-0.85085699999999997</c:v>
                </c:pt>
                <c:pt idx="54">
                  <c:v>-1.13883</c:v>
                </c:pt>
                <c:pt idx="55">
                  <c:v>-1.31277</c:v>
                </c:pt>
                <c:pt idx="56">
                  <c:v>-1.37723</c:v>
                </c:pt>
                <c:pt idx="57">
                  <c:v>-1.37392</c:v>
                </c:pt>
                <c:pt idx="58">
                  <c:v>-1.34504</c:v>
                </c:pt>
                <c:pt idx="59">
                  <c:v>-1.3066</c:v>
                </c:pt>
                <c:pt idx="60">
                  <c:v>-1.2381</c:v>
                </c:pt>
                <c:pt idx="61">
                  <c:v>-1.0738300000000001</c:v>
                </c:pt>
                <c:pt idx="62">
                  <c:v>-0.84347700000000003</c:v>
                </c:pt>
                <c:pt idx="63">
                  <c:v>-0.82747400000000004</c:v>
                </c:pt>
                <c:pt idx="64">
                  <c:v>-0.67691699999999999</c:v>
                </c:pt>
                <c:pt idx="65">
                  <c:v>-0.62027100000000002</c:v>
                </c:pt>
                <c:pt idx="66">
                  <c:v>-0.58206899999999995</c:v>
                </c:pt>
                <c:pt idx="67">
                  <c:v>-0.53784799999999999</c:v>
                </c:pt>
                <c:pt idx="68">
                  <c:v>-0.495564</c:v>
                </c:pt>
                <c:pt idx="69">
                  <c:v>-0.45310299999999998</c:v>
                </c:pt>
                <c:pt idx="70">
                  <c:v>-0.41078999999999999</c:v>
                </c:pt>
                <c:pt idx="71">
                  <c:v>-0.37160500000000002</c:v>
                </c:pt>
                <c:pt idx="72">
                  <c:v>-0.33419599999999999</c:v>
                </c:pt>
                <c:pt idx="73">
                  <c:v>-0.300016</c:v>
                </c:pt>
                <c:pt idx="74">
                  <c:v>-0.27013900000000002</c:v>
                </c:pt>
                <c:pt idx="75">
                  <c:v>-0.246416</c:v>
                </c:pt>
                <c:pt idx="76">
                  <c:v>-0.22917899999999999</c:v>
                </c:pt>
                <c:pt idx="77">
                  <c:v>-0.21693799999999999</c:v>
                </c:pt>
                <c:pt idx="78">
                  <c:v>-0.190938</c:v>
                </c:pt>
                <c:pt idx="79">
                  <c:v>-0.20630100000000001</c:v>
                </c:pt>
                <c:pt idx="80">
                  <c:v>-0.16569400000000001</c:v>
                </c:pt>
                <c:pt idx="81">
                  <c:v>-0.15073300000000001</c:v>
                </c:pt>
                <c:pt idx="82">
                  <c:v>-0.13757800000000001</c:v>
                </c:pt>
                <c:pt idx="83">
                  <c:v>-0.124323</c:v>
                </c:pt>
                <c:pt idx="84">
                  <c:v>-0.106653</c:v>
                </c:pt>
                <c:pt idx="85">
                  <c:v>-8.4747699999999995E-2</c:v>
                </c:pt>
                <c:pt idx="86">
                  <c:v>-6.3558400000000001E-2</c:v>
                </c:pt>
                <c:pt idx="87">
                  <c:v>-4.30981E-2</c:v>
                </c:pt>
                <c:pt idx="88">
                  <c:v>-2.4325900000000001E-2</c:v>
                </c:pt>
                <c:pt idx="89">
                  <c:v>-7.8304499999999992E-3</c:v>
                </c:pt>
                <c:pt idx="90">
                  <c:v>5.4570499999999997E-3</c:v>
                </c:pt>
                <c:pt idx="91">
                  <c:v>1.4149500000000001E-2</c:v>
                </c:pt>
                <c:pt idx="92">
                  <c:v>-0.105931</c:v>
                </c:pt>
                <c:pt idx="93">
                  <c:v>-3.3469099999999998E-3</c:v>
                </c:pt>
                <c:pt idx="94">
                  <c:v>-2.51982E-2</c:v>
                </c:pt>
                <c:pt idx="95">
                  <c:v>-6.0911899999999998E-2</c:v>
                </c:pt>
                <c:pt idx="96">
                  <c:v>-0.18407000000000001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25B-4422-91BF-2561CE442720}"/>
            </c:ext>
          </c:extLst>
        </c:ser>
        <c:ser>
          <c:idx val="0"/>
          <c:order val="1"/>
          <c:tx>
            <c:v>exp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'[slice 0.99.xlsx]slice 0.99'!$T$20:$T$64</c:f>
              <c:numCache>
                <c:formatCode>0.00E+00</c:formatCode>
                <c:ptCount val="45"/>
                <c:pt idx="0">
                  <c:v>0.94945999999999997</c:v>
                </c:pt>
                <c:pt idx="1">
                  <c:v>0.84958</c:v>
                </c:pt>
                <c:pt idx="2">
                  <c:v>0.75002000000000002</c:v>
                </c:pt>
                <c:pt idx="3">
                  <c:v>0.64956999999999998</c:v>
                </c:pt>
                <c:pt idx="4">
                  <c:v>0.54966999999999999</c:v>
                </c:pt>
                <c:pt idx="5">
                  <c:v>0.44969999999999999</c:v>
                </c:pt>
                <c:pt idx="6">
                  <c:v>0.34972999999999999</c:v>
                </c:pt>
                <c:pt idx="7">
                  <c:v>0.24976000000000001</c:v>
                </c:pt>
                <c:pt idx="8">
                  <c:v>0.14996000000000001</c:v>
                </c:pt>
                <c:pt idx="9">
                  <c:v>0.10038999999999999</c:v>
                </c:pt>
                <c:pt idx="10">
                  <c:v>6.5360000000000001E-2</c:v>
                </c:pt>
                <c:pt idx="11">
                  <c:v>4.0250000000000001E-2</c:v>
                </c:pt>
                <c:pt idx="12">
                  <c:v>1.985E-2</c:v>
                </c:pt>
                <c:pt idx="13">
                  <c:v>5.7800000000000004E-3</c:v>
                </c:pt>
                <c:pt idx="14">
                  <c:v>5.0000000000000001E-4</c:v>
                </c:pt>
                <c:pt idx="15">
                  <c:v>1.9300000000000001E-3</c:v>
                </c:pt>
                <c:pt idx="16">
                  <c:v>6.3E-3</c:v>
                </c:pt>
                <c:pt idx="17">
                  <c:v>1.265E-2</c:v>
                </c:pt>
                <c:pt idx="18">
                  <c:v>2.0119999999999999E-2</c:v>
                </c:pt>
                <c:pt idx="19">
                  <c:v>2.9989999999999999E-2</c:v>
                </c:pt>
                <c:pt idx="20">
                  <c:v>4.9950000000000001E-2</c:v>
                </c:pt>
                <c:pt idx="21">
                  <c:v>7.4819999999999998E-2</c:v>
                </c:pt>
                <c:pt idx="22">
                  <c:v>9.9900000000000003E-2</c:v>
                </c:pt>
                <c:pt idx="23">
                  <c:v>0.13976</c:v>
                </c:pt>
                <c:pt idx="24">
                  <c:v>0.17990999999999999</c:v>
                </c:pt>
                <c:pt idx="25">
                  <c:v>0.21990000000000001</c:v>
                </c:pt>
                <c:pt idx="26">
                  <c:v>0.25975999999999999</c:v>
                </c:pt>
                <c:pt idx="27">
                  <c:v>0.29986000000000002</c:v>
                </c:pt>
                <c:pt idx="28">
                  <c:v>0.33978999999999998</c:v>
                </c:pt>
                <c:pt idx="29">
                  <c:v>0.37975999999999999</c:v>
                </c:pt>
                <c:pt idx="30">
                  <c:v>0.41987999999999998</c:v>
                </c:pt>
                <c:pt idx="31">
                  <c:v>0.4597</c:v>
                </c:pt>
                <c:pt idx="32">
                  <c:v>0.49986999999999998</c:v>
                </c:pt>
                <c:pt idx="33">
                  <c:v>0.53974999999999995</c:v>
                </c:pt>
                <c:pt idx="34">
                  <c:v>0.57984999999999998</c:v>
                </c:pt>
                <c:pt idx="35">
                  <c:v>0.61975999999999998</c:v>
                </c:pt>
                <c:pt idx="36">
                  <c:v>0.65966000000000002</c:v>
                </c:pt>
                <c:pt idx="37">
                  <c:v>0.69979000000000002</c:v>
                </c:pt>
                <c:pt idx="38">
                  <c:v>0.73980000000000001</c:v>
                </c:pt>
                <c:pt idx="39">
                  <c:v>0.77942</c:v>
                </c:pt>
                <c:pt idx="40">
                  <c:v>0.81984999999999997</c:v>
                </c:pt>
                <c:pt idx="41">
                  <c:v>0.85943000000000003</c:v>
                </c:pt>
                <c:pt idx="42">
                  <c:v>0.89961000000000002</c:v>
                </c:pt>
                <c:pt idx="43">
                  <c:v>0.94959000000000005</c:v>
                </c:pt>
                <c:pt idx="44">
                  <c:v>0.98455000000000004</c:v>
                </c:pt>
              </c:numCache>
            </c:numRef>
          </c:xVal>
          <c:yVal>
            <c:numRef>
              <c:f>'[slice 0.99.xlsx]slice 0.99'!$V$20:$V$64</c:f>
              <c:numCache>
                <c:formatCode>0.00E+00</c:formatCode>
                <c:ptCount val="45"/>
                <c:pt idx="0">
                  <c:v>-4.6724999999999996E-3</c:v>
                </c:pt>
                <c:pt idx="1">
                  <c:v>-8.5448999999999997E-2</c:v>
                </c:pt>
                <c:pt idx="2">
                  <c:v>-0.14693000000000001</c:v>
                </c:pt>
                <c:pt idx="3">
                  <c:v>-0.18670999999999999</c:v>
                </c:pt>
                <c:pt idx="4">
                  <c:v>-0.22106999999999999</c:v>
                </c:pt>
                <c:pt idx="5">
                  <c:v>-0.26357999999999998</c:v>
                </c:pt>
                <c:pt idx="6">
                  <c:v>-0.30729000000000001</c:v>
                </c:pt>
                <c:pt idx="7">
                  <c:v>-0.28761999999999999</c:v>
                </c:pt>
                <c:pt idx="8">
                  <c:v>-0.25441999999999998</c:v>
                </c:pt>
                <c:pt idx="9">
                  <c:v>-0.22674</c:v>
                </c:pt>
                <c:pt idx="10">
                  <c:v>-0.16983999999999999</c:v>
                </c:pt>
                <c:pt idx="11">
                  <c:v>-8.3158999999999997E-2</c:v>
                </c:pt>
                <c:pt idx="12">
                  <c:v>8.1297999999999995E-2</c:v>
                </c:pt>
                <c:pt idx="13">
                  <c:v>0.51531000000000005</c:v>
                </c:pt>
                <c:pt idx="14">
                  <c:v>0.50012000000000001</c:v>
                </c:pt>
                <c:pt idx="15">
                  <c:v>-3.6738E-2</c:v>
                </c:pt>
                <c:pt idx="16">
                  <c:v>-0.51595000000000002</c:v>
                </c:pt>
                <c:pt idx="17">
                  <c:v>-0.89356999999999998</c:v>
                </c:pt>
                <c:pt idx="18">
                  <c:v>-1.2326999999999999</c:v>
                </c:pt>
                <c:pt idx="19">
                  <c:v>-1.4359999999999999</c:v>
                </c:pt>
                <c:pt idx="20">
                  <c:v>-1.492</c:v>
                </c:pt>
                <c:pt idx="21">
                  <c:v>-1.4810000000000001</c:v>
                </c:pt>
                <c:pt idx="22">
                  <c:v>-1.4236</c:v>
                </c:pt>
                <c:pt idx="23">
                  <c:v>-1.1165</c:v>
                </c:pt>
                <c:pt idx="24">
                  <c:v>-1.0585</c:v>
                </c:pt>
                <c:pt idx="25">
                  <c:v>-0.93918999999999997</c:v>
                </c:pt>
                <c:pt idx="26">
                  <c:v>-0.74156999999999995</c:v>
                </c:pt>
                <c:pt idx="27">
                  <c:v>-0.44069000000000003</c:v>
                </c:pt>
                <c:pt idx="28">
                  <c:v>-0.26739000000000002</c:v>
                </c:pt>
                <c:pt idx="29">
                  <c:v>-0.24939</c:v>
                </c:pt>
                <c:pt idx="30">
                  <c:v>-0.30291000000000001</c:v>
                </c:pt>
                <c:pt idx="31">
                  <c:v>-0.28993999999999998</c:v>
                </c:pt>
                <c:pt idx="32">
                  <c:v>-0.30642000000000003</c:v>
                </c:pt>
                <c:pt idx="33">
                  <c:v>-0.30707000000000001</c:v>
                </c:pt>
                <c:pt idx="34">
                  <c:v>-0.34459000000000001</c:v>
                </c:pt>
                <c:pt idx="35">
                  <c:v>-0.40684999999999999</c:v>
                </c:pt>
                <c:pt idx="36">
                  <c:v>-0.48026999999999997</c:v>
                </c:pt>
                <c:pt idx="37">
                  <c:v>-0.52729999999999999</c:v>
                </c:pt>
                <c:pt idx="38">
                  <c:v>-0.57126999999999994</c:v>
                </c:pt>
                <c:pt idx="39">
                  <c:v>-0.57984999999999998</c:v>
                </c:pt>
                <c:pt idx="40">
                  <c:v>-0.57879000000000003</c:v>
                </c:pt>
                <c:pt idx="41">
                  <c:v>-0.54232999999999998</c:v>
                </c:pt>
                <c:pt idx="42">
                  <c:v>-0.46914</c:v>
                </c:pt>
                <c:pt idx="43">
                  <c:v>-0.36009999999999998</c:v>
                </c:pt>
                <c:pt idx="44">
                  <c:v>-0.21368000000000001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25B-4422-91BF-2561CE442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6839568"/>
        <c:axId val="1196841968"/>
      </c:scatterChart>
      <c:valAx>
        <c:axId val="1196839568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6841968"/>
        <c:crosses val="autoZero"/>
        <c:crossBetween val="midCat"/>
      </c:valAx>
      <c:valAx>
        <c:axId val="1196841968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6839568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su2</a:t>
            </a:r>
            <a:r>
              <a:rPr lang="en-US" altLang="ko-KR" baseline="0"/>
              <a:t> - exp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1"/>
          <c:order val="0"/>
          <c:tx>
            <c:v>su2</c:v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'[slice 0.96.xlsx]slice 0.96'!$H$2:$H$94</c:f>
              <c:numCache>
                <c:formatCode>General</c:formatCode>
                <c:ptCount val="93"/>
                <c:pt idx="0">
                  <c:v>0.98604876086463478</c:v>
                </c:pt>
                <c:pt idx="1">
                  <c:v>0.97173376242665988</c:v>
                </c:pt>
                <c:pt idx="2">
                  <c:v>0.95675543820157438</c:v>
                </c:pt>
                <c:pt idx="3">
                  <c:v>0.94083561931091164</c:v>
                </c:pt>
                <c:pt idx="4">
                  <c:v>0.92378172730034969</c:v>
                </c:pt>
                <c:pt idx="5">
                  <c:v>0.90542258132160169</c:v>
                </c:pt>
                <c:pt idx="6">
                  <c:v>0.8856297957384528</c:v>
                </c:pt>
                <c:pt idx="7">
                  <c:v>0.86429638252072349</c:v>
                </c:pt>
                <c:pt idx="8">
                  <c:v>0.84140094406237831</c:v>
                </c:pt>
                <c:pt idx="9">
                  <c:v>0.82541693235360858</c:v>
                </c:pt>
                <c:pt idx="10">
                  <c:v>0.81694348036341691</c:v>
                </c:pt>
                <c:pt idx="11">
                  <c:v>0.79090259381780359</c:v>
                </c:pt>
                <c:pt idx="12">
                  <c:v>0.76336387484968182</c:v>
                </c:pt>
                <c:pt idx="13">
                  <c:v>0.73439151627715915</c:v>
                </c:pt>
                <c:pt idx="14">
                  <c:v>0.70408608684860352</c:v>
                </c:pt>
                <c:pt idx="15">
                  <c:v>0.6725888107638518</c:v>
                </c:pt>
                <c:pt idx="16">
                  <c:v>0.64003663270153355</c:v>
                </c:pt>
                <c:pt idx="17">
                  <c:v>0.60659003470691708</c:v>
                </c:pt>
                <c:pt idx="18">
                  <c:v>0.57242019762828944</c:v>
                </c:pt>
                <c:pt idx="19">
                  <c:v>0.53771542039876585</c:v>
                </c:pt>
                <c:pt idx="20">
                  <c:v>0.50267470075447973</c:v>
                </c:pt>
                <c:pt idx="21">
                  <c:v>0.46750559547397852</c:v>
                </c:pt>
                <c:pt idx="22">
                  <c:v>0.43241994085701707</c:v>
                </c:pt>
                <c:pt idx="23">
                  <c:v>0.39763171296395378</c:v>
                </c:pt>
                <c:pt idx="24">
                  <c:v>0.36335702761575034</c:v>
                </c:pt>
                <c:pt idx="25">
                  <c:v>0.32980344159095487</c:v>
                </c:pt>
                <c:pt idx="26">
                  <c:v>0.29717637190751101</c:v>
                </c:pt>
                <c:pt idx="27">
                  <c:v>0.26566839701974143</c:v>
                </c:pt>
                <c:pt idx="28">
                  <c:v>0.23545497729713996</c:v>
                </c:pt>
                <c:pt idx="29">
                  <c:v>0.20670515382738974</c:v>
                </c:pt>
                <c:pt idx="30">
                  <c:v>0.17956657009213806</c:v>
                </c:pt>
                <c:pt idx="31">
                  <c:v>0.15416975148820342</c:v>
                </c:pt>
                <c:pt idx="32">
                  <c:v>0.13061954628516162</c:v>
                </c:pt>
                <c:pt idx="33">
                  <c:v>0.10899940514655219</c:v>
                </c:pt>
                <c:pt idx="34">
                  <c:v>8.9367101608672145E-2</c:v>
                </c:pt>
                <c:pt idx="35">
                  <c:v>7.1741893516953342E-2</c:v>
                </c:pt>
                <c:pt idx="36">
                  <c:v>5.6117361589585309E-2</c:v>
                </c:pt>
                <c:pt idx="37">
                  <c:v>4.2440011811478578E-2</c:v>
                </c:pt>
                <c:pt idx="38">
                  <c:v>3.06798875341826E-2</c:v>
                </c:pt>
                <c:pt idx="39">
                  <c:v>2.1029567212020209E-2</c:v>
                </c:pt>
                <c:pt idx="40">
                  <c:v>2.087550444856227E-2</c:v>
                </c:pt>
                <c:pt idx="41">
                  <c:v>1.3084636090914111E-2</c:v>
                </c:pt>
                <c:pt idx="42">
                  <c:v>7.2644872491666431E-3</c:v>
                </c:pt>
                <c:pt idx="43">
                  <c:v>3.2267589902040777E-3</c:v>
                </c:pt>
                <c:pt idx="44">
                  <c:v>8.1524878996530332E-4</c:v>
                </c:pt>
                <c:pt idx="45">
                  <c:v>0</c:v>
                </c:pt>
                <c:pt idx="47">
                  <c:v>8.1524878996530332E-4</c:v>
                </c:pt>
                <c:pt idx="48">
                  <c:v>3.2267589902040777E-3</c:v>
                </c:pt>
                <c:pt idx="49">
                  <c:v>7.2644872491666431E-3</c:v>
                </c:pt>
                <c:pt idx="50">
                  <c:v>1.3084636090914111E-2</c:v>
                </c:pt>
                <c:pt idx="51">
                  <c:v>2.087550444856227E-2</c:v>
                </c:pt>
                <c:pt idx="52">
                  <c:v>2.1029567212020209E-2</c:v>
                </c:pt>
                <c:pt idx="53">
                  <c:v>3.06798875341826E-2</c:v>
                </c:pt>
                <c:pt idx="54">
                  <c:v>4.2440011811478578E-2</c:v>
                </c:pt>
                <c:pt idx="55">
                  <c:v>5.6117361589585309E-2</c:v>
                </c:pt>
                <c:pt idx="56">
                  <c:v>7.1741893516953342E-2</c:v>
                </c:pt>
                <c:pt idx="57">
                  <c:v>8.9367101608672145E-2</c:v>
                </c:pt>
                <c:pt idx="58">
                  <c:v>0.10899940514655219</c:v>
                </c:pt>
                <c:pt idx="59">
                  <c:v>0.13061954628516162</c:v>
                </c:pt>
                <c:pt idx="60">
                  <c:v>0.15416975148820342</c:v>
                </c:pt>
                <c:pt idx="61">
                  <c:v>0.17956657009213806</c:v>
                </c:pt>
                <c:pt idx="62">
                  <c:v>0.20670515382738974</c:v>
                </c:pt>
                <c:pt idx="63">
                  <c:v>0.23545497729713996</c:v>
                </c:pt>
                <c:pt idx="64">
                  <c:v>0.26566839701974143</c:v>
                </c:pt>
                <c:pt idx="65">
                  <c:v>0.29717637190751101</c:v>
                </c:pt>
                <c:pt idx="66">
                  <c:v>0.32980344159095487</c:v>
                </c:pt>
                <c:pt idx="67">
                  <c:v>0.36335702761575034</c:v>
                </c:pt>
                <c:pt idx="68">
                  <c:v>0.39763171296395378</c:v>
                </c:pt>
                <c:pt idx="69">
                  <c:v>0.43241994085701707</c:v>
                </c:pt>
                <c:pt idx="70">
                  <c:v>0.46750559547397852</c:v>
                </c:pt>
                <c:pt idx="71">
                  <c:v>0.50267470075447973</c:v>
                </c:pt>
                <c:pt idx="72">
                  <c:v>0.53771542039876585</c:v>
                </c:pt>
                <c:pt idx="73">
                  <c:v>0.57242019762828944</c:v>
                </c:pt>
                <c:pt idx="74">
                  <c:v>0.60659003470691708</c:v>
                </c:pt>
                <c:pt idx="75">
                  <c:v>0.64003663270153355</c:v>
                </c:pt>
                <c:pt idx="76">
                  <c:v>0.6725888107638518</c:v>
                </c:pt>
                <c:pt idx="77">
                  <c:v>0.70408608684860352</c:v>
                </c:pt>
                <c:pt idx="78">
                  <c:v>0.73439151627715915</c:v>
                </c:pt>
                <c:pt idx="79">
                  <c:v>0.76336387484968182</c:v>
                </c:pt>
                <c:pt idx="80">
                  <c:v>0.79090259381780359</c:v>
                </c:pt>
                <c:pt idx="81">
                  <c:v>0.81694348036341691</c:v>
                </c:pt>
                <c:pt idx="82">
                  <c:v>0.82541693235360858</c:v>
                </c:pt>
                <c:pt idx="83">
                  <c:v>0.84140094406237831</c:v>
                </c:pt>
                <c:pt idx="84">
                  <c:v>0.86429638252072349</c:v>
                </c:pt>
                <c:pt idx="85">
                  <c:v>0.8856297957384528</c:v>
                </c:pt>
                <c:pt idx="86">
                  <c:v>0.90542258132160169</c:v>
                </c:pt>
                <c:pt idx="87">
                  <c:v>0.92378172730034969</c:v>
                </c:pt>
                <c:pt idx="88">
                  <c:v>0.94083561931091164</c:v>
                </c:pt>
                <c:pt idx="89">
                  <c:v>0.95675543820157438</c:v>
                </c:pt>
                <c:pt idx="90">
                  <c:v>0.97173376242665988</c:v>
                </c:pt>
                <c:pt idx="91">
                  <c:v>0.98604876086463478</c:v>
                </c:pt>
                <c:pt idx="92">
                  <c:v>1</c:v>
                </c:pt>
              </c:numCache>
            </c:numRef>
          </c:xVal>
          <c:yVal>
            <c:numRef>
              <c:f>'[slice 0.96.xlsx]slice 0.96'!$I$2:$I$94</c:f>
              <c:numCache>
                <c:formatCode>General</c:formatCode>
                <c:ptCount val="93"/>
                <c:pt idx="0">
                  <c:v>-0.10126499999999999</c:v>
                </c:pt>
                <c:pt idx="1">
                  <c:v>-0.121488</c:v>
                </c:pt>
                <c:pt idx="2">
                  <c:v>-0.11973499999999999</c:v>
                </c:pt>
                <c:pt idx="3">
                  <c:v>-0.12634799999999999</c:v>
                </c:pt>
                <c:pt idx="4">
                  <c:v>-0.12699099999999999</c:v>
                </c:pt>
                <c:pt idx="5">
                  <c:v>-5.67958E-2</c:v>
                </c:pt>
                <c:pt idx="6">
                  <c:v>-6.3465499999999994E-2</c:v>
                </c:pt>
                <c:pt idx="7">
                  <c:v>-6.9511699999999996E-2</c:v>
                </c:pt>
                <c:pt idx="8">
                  <c:v>-7.5196899999999997E-2</c:v>
                </c:pt>
                <c:pt idx="9">
                  <c:v>-7.8536499999999995E-2</c:v>
                </c:pt>
                <c:pt idx="10">
                  <c:v>-8.1430500000000003E-2</c:v>
                </c:pt>
                <c:pt idx="11">
                  <c:v>-9.0105299999999999E-2</c:v>
                </c:pt>
                <c:pt idx="12">
                  <c:v>-9.9116200000000002E-2</c:v>
                </c:pt>
                <c:pt idx="13">
                  <c:v>-0.10939599999999999</c:v>
                </c:pt>
                <c:pt idx="14">
                  <c:v>-0.121698</c:v>
                </c:pt>
                <c:pt idx="15">
                  <c:v>-0.18325900000000001</c:v>
                </c:pt>
                <c:pt idx="16">
                  <c:v>-0.15420600000000001</c:v>
                </c:pt>
                <c:pt idx="17">
                  <c:v>-0.17380899999999999</c:v>
                </c:pt>
                <c:pt idx="18">
                  <c:v>-0.19448199999999999</c:v>
                </c:pt>
                <c:pt idx="19">
                  <c:v>-0.21501799999999999</c:v>
                </c:pt>
                <c:pt idx="20">
                  <c:v>-0.23400599999999999</c:v>
                </c:pt>
                <c:pt idx="21">
                  <c:v>-0.250249</c:v>
                </c:pt>
                <c:pt idx="22">
                  <c:v>-0.35158600000000001</c:v>
                </c:pt>
                <c:pt idx="23">
                  <c:v>-0.39510800000000001</c:v>
                </c:pt>
                <c:pt idx="24">
                  <c:v>-0.44113999999999998</c:v>
                </c:pt>
                <c:pt idx="25">
                  <c:v>-0.48704799999999998</c:v>
                </c:pt>
                <c:pt idx="26">
                  <c:v>-0.52497199999999999</c:v>
                </c:pt>
                <c:pt idx="27">
                  <c:v>-0.55255200000000004</c:v>
                </c:pt>
                <c:pt idx="28">
                  <c:v>-0.57332300000000003</c:v>
                </c:pt>
                <c:pt idx="29">
                  <c:v>-0.59723999999999999</c:v>
                </c:pt>
                <c:pt idx="30">
                  <c:v>-0.71232200000000001</c:v>
                </c:pt>
                <c:pt idx="31">
                  <c:v>-0.94670200000000004</c:v>
                </c:pt>
                <c:pt idx="32">
                  <c:v>-1.1788799999999999</c:v>
                </c:pt>
                <c:pt idx="33">
                  <c:v>-1.30108</c:v>
                </c:pt>
                <c:pt idx="34">
                  <c:v>-1.3440799999999999</c:v>
                </c:pt>
                <c:pt idx="35">
                  <c:v>-1.3711800000000001</c:v>
                </c:pt>
                <c:pt idx="36">
                  <c:v>-1.3982600000000001</c:v>
                </c:pt>
                <c:pt idx="37">
                  <c:v>-1.40916</c:v>
                </c:pt>
                <c:pt idx="38">
                  <c:v>-1.35286</c:v>
                </c:pt>
                <c:pt idx="39">
                  <c:v>-1.18984</c:v>
                </c:pt>
                <c:pt idx="40">
                  <c:v>-1.18726</c:v>
                </c:pt>
                <c:pt idx="41">
                  <c:v>-0.91142800000000002</c:v>
                </c:pt>
                <c:pt idx="42">
                  <c:v>-0.55921600000000005</c:v>
                </c:pt>
                <c:pt idx="43">
                  <c:v>-0.163048</c:v>
                </c:pt>
                <c:pt idx="44">
                  <c:v>0.21743999999999999</c:v>
                </c:pt>
                <c:pt idx="45">
                  <c:v>0.50770099999999996</c:v>
                </c:pt>
                <c:pt idx="47">
                  <c:v>0.70433500000000004</c:v>
                </c:pt>
                <c:pt idx="48">
                  <c:v>0.71938899999999995</c:v>
                </c:pt>
                <c:pt idx="49">
                  <c:v>0.59466600000000003</c:v>
                </c:pt>
                <c:pt idx="50">
                  <c:v>0.40704699999999999</c:v>
                </c:pt>
                <c:pt idx="51">
                  <c:v>0.223467</c:v>
                </c:pt>
                <c:pt idx="52">
                  <c:v>0.22175700000000001</c:v>
                </c:pt>
                <c:pt idx="53">
                  <c:v>0.110414</c:v>
                </c:pt>
                <c:pt idx="54">
                  <c:v>7.0066799999999999E-2</c:v>
                </c:pt>
                <c:pt idx="55">
                  <c:v>4.1439499999999997E-2</c:v>
                </c:pt>
                <c:pt idx="56">
                  <c:v>-3.8113299999999999E-3</c:v>
                </c:pt>
                <c:pt idx="57">
                  <c:v>-5.3309099999999998E-2</c:v>
                </c:pt>
                <c:pt idx="58">
                  <c:v>-9.86596E-2</c:v>
                </c:pt>
                <c:pt idx="59">
                  <c:v>-0.138937</c:v>
                </c:pt>
                <c:pt idx="60">
                  <c:v>-0.173508</c:v>
                </c:pt>
                <c:pt idx="61">
                  <c:v>-0.202323</c:v>
                </c:pt>
                <c:pt idx="62">
                  <c:v>-0.22567699999999999</c:v>
                </c:pt>
                <c:pt idx="63">
                  <c:v>-0.243977</c:v>
                </c:pt>
                <c:pt idx="64">
                  <c:v>-0.257714</c:v>
                </c:pt>
                <c:pt idx="65">
                  <c:v>-0.267264</c:v>
                </c:pt>
                <c:pt idx="66">
                  <c:v>-0.272729</c:v>
                </c:pt>
                <c:pt idx="67">
                  <c:v>-0.27394499999999999</c:v>
                </c:pt>
                <c:pt idx="68">
                  <c:v>-0.27064199999999999</c:v>
                </c:pt>
                <c:pt idx="69">
                  <c:v>-0.262681</c:v>
                </c:pt>
                <c:pt idx="70">
                  <c:v>-0.314025</c:v>
                </c:pt>
                <c:pt idx="71">
                  <c:v>-0.28066999999999998</c:v>
                </c:pt>
                <c:pt idx="72">
                  <c:v>-0.25246800000000003</c:v>
                </c:pt>
                <c:pt idx="73">
                  <c:v>-0.22928499999999999</c:v>
                </c:pt>
                <c:pt idx="74">
                  <c:v>-0.21082899999999999</c:v>
                </c:pt>
                <c:pt idx="75">
                  <c:v>-0.19576099999999999</c:v>
                </c:pt>
                <c:pt idx="76">
                  <c:v>-0.136684</c:v>
                </c:pt>
                <c:pt idx="77">
                  <c:v>-0.172538</c:v>
                </c:pt>
                <c:pt idx="78">
                  <c:v>-0.16337699999999999</c:v>
                </c:pt>
                <c:pt idx="79">
                  <c:v>-0.15571699999999999</c:v>
                </c:pt>
                <c:pt idx="80">
                  <c:v>-0.149283</c:v>
                </c:pt>
                <c:pt idx="81">
                  <c:v>-0.144154</c:v>
                </c:pt>
                <c:pt idx="82">
                  <c:v>-0.142626</c:v>
                </c:pt>
                <c:pt idx="83">
                  <c:v>-0.13968</c:v>
                </c:pt>
                <c:pt idx="84">
                  <c:v>-0.136186</c:v>
                </c:pt>
                <c:pt idx="85">
                  <c:v>-0.13270599999999999</c:v>
                </c:pt>
                <c:pt idx="86">
                  <c:v>-0.13065599999999999</c:v>
                </c:pt>
                <c:pt idx="87">
                  <c:v>-5.0342600000000001E-2</c:v>
                </c:pt>
                <c:pt idx="88">
                  <c:v>-4.4788700000000001E-2</c:v>
                </c:pt>
                <c:pt idx="89">
                  <c:v>-4.0644199999999998E-2</c:v>
                </c:pt>
                <c:pt idx="90">
                  <c:v>-3.9787200000000002E-2</c:v>
                </c:pt>
                <c:pt idx="91">
                  <c:v>-4.2429799999999997E-2</c:v>
                </c:pt>
                <c:pt idx="92">
                  <c:v>-7.8582299999999994E-2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7D0-47DA-86FD-969B03891087}"/>
            </c:ext>
          </c:extLst>
        </c:ser>
        <c:ser>
          <c:idx val="0"/>
          <c:order val="1"/>
          <c:tx>
            <c:v>exp</c:v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xVal>
            <c:numRef>
              <c:f>'[slice 0.96.xlsx]slice 0.96'!$S$24:$S$68</c:f>
              <c:numCache>
                <c:formatCode>0.00E+00</c:formatCode>
                <c:ptCount val="45"/>
                <c:pt idx="1">
                  <c:v>0.84933999999999998</c:v>
                </c:pt>
                <c:pt idx="2">
                  <c:v>0.74963000000000002</c:v>
                </c:pt>
                <c:pt idx="3">
                  <c:v>0.64980000000000004</c:v>
                </c:pt>
                <c:pt idx="4">
                  <c:v>0.54954999999999998</c:v>
                </c:pt>
                <c:pt idx="5">
                  <c:v>0.44997999999999999</c:v>
                </c:pt>
                <c:pt idx="6">
                  <c:v>0.34989999999999999</c:v>
                </c:pt>
                <c:pt idx="7">
                  <c:v>0.24997</c:v>
                </c:pt>
                <c:pt idx="8">
                  <c:v>0.15015999999999999</c:v>
                </c:pt>
                <c:pt idx="9">
                  <c:v>0.10019</c:v>
                </c:pt>
                <c:pt idx="10">
                  <c:v>6.5210000000000004E-2</c:v>
                </c:pt>
                <c:pt idx="11">
                  <c:v>3.9989999999999998E-2</c:v>
                </c:pt>
                <c:pt idx="12">
                  <c:v>1.985E-2</c:v>
                </c:pt>
                <c:pt idx="13">
                  <c:v>5.6699999999999997E-3</c:v>
                </c:pt>
                <c:pt idx="14">
                  <c:v>6.8000000000000005E-4</c:v>
                </c:pt>
                <c:pt idx="15">
                  <c:v>1.9E-3</c:v>
                </c:pt>
                <c:pt idx="16">
                  <c:v>6.2300000000000003E-3</c:v>
                </c:pt>
                <c:pt idx="17">
                  <c:v>1.209E-2</c:v>
                </c:pt>
                <c:pt idx="18">
                  <c:v>1.983E-2</c:v>
                </c:pt>
                <c:pt idx="19">
                  <c:v>2.9909999999999999E-2</c:v>
                </c:pt>
                <c:pt idx="20">
                  <c:v>4.972E-2</c:v>
                </c:pt>
                <c:pt idx="21">
                  <c:v>7.4880000000000002E-2</c:v>
                </c:pt>
                <c:pt idx="22">
                  <c:v>9.9909999999999999E-2</c:v>
                </c:pt>
                <c:pt idx="23">
                  <c:v>0.13983000000000001</c:v>
                </c:pt>
                <c:pt idx="24">
                  <c:v>0.17999000000000001</c:v>
                </c:pt>
                <c:pt idx="25">
                  <c:v>0.22009999999999999</c:v>
                </c:pt>
                <c:pt idx="26">
                  <c:v>0.25996000000000002</c:v>
                </c:pt>
                <c:pt idx="27">
                  <c:v>0.29993999999999998</c:v>
                </c:pt>
                <c:pt idx="28">
                  <c:v>0.34007999999999999</c:v>
                </c:pt>
                <c:pt idx="29">
                  <c:v>0.37994</c:v>
                </c:pt>
                <c:pt idx="30">
                  <c:v>0.41987999999999998</c:v>
                </c:pt>
                <c:pt idx="31">
                  <c:v>0.45976</c:v>
                </c:pt>
                <c:pt idx="32">
                  <c:v>0.49994</c:v>
                </c:pt>
                <c:pt idx="33">
                  <c:v>0.53988000000000003</c:v>
                </c:pt>
                <c:pt idx="34">
                  <c:v>0.57991000000000004</c:v>
                </c:pt>
                <c:pt idx="35">
                  <c:v>0.61970000000000003</c:v>
                </c:pt>
                <c:pt idx="36">
                  <c:v>0.65978999999999999</c:v>
                </c:pt>
                <c:pt idx="37">
                  <c:v>0.69976000000000005</c:v>
                </c:pt>
                <c:pt idx="38">
                  <c:v>0.73970000000000002</c:v>
                </c:pt>
                <c:pt idx="39">
                  <c:v>0.77961999999999998</c:v>
                </c:pt>
                <c:pt idx="40">
                  <c:v>0.81964999999999999</c:v>
                </c:pt>
                <c:pt idx="41">
                  <c:v>0.85980000000000001</c:v>
                </c:pt>
                <c:pt idx="42">
                  <c:v>0.89976999999999996</c:v>
                </c:pt>
                <c:pt idx="43">
                  <c:v>0.94860999999999995</c:v>
                </c:pt>
                <c:pt idx="44">
                  <c:v>0.98462000000000005</c:v>
                </c:pt>
              </c:numCache>
            </c:numRef>
          </c:xVal>
          <c:yVal>
            <c:numRef>
              <c:f>'[slice 0.96.xlsx]slice 0.96'!$U$24:$U$68</c:f>
              <c:numCache>
                <c:formatCode>0.00E+00</c:formatCode>
                <c:ptCount val="45"/>
                <c:pt idx="1">
                  <c:v>-3.4447999999999999E-2</c:v>
                </c:pt>
                <c:pt idx="2">
                  <c:v>-9.6448999999999993E-2</c:v>
                </c:pt>
                <c:pt idx="3">
                  <c:v>-0.15151999999999999</c:v>
                </c:pt>
                <c:pt idx="4">
                  <c:v>-0.19119</c:v>
                </c:pt>
                <c:pt idx="5">
                  <c:v>-0.25784000000000001</c:v>
                </c:pt>
                <c:pt idx="6">
                  <c:v>-0.26155</c:v>
                </c:pt>
                <c:pt idx="7">
                  <c:v>-0.23899999999999999</c:v>
                </c:pt>
                <c:pt idx="8">
                  <c:v>-0.14884</c:v>
                </c:pt>
                <c:pt idx="9">
                  <c:v>-4.9350999999999999E-2</c:v>
                </c:pt>
                <c:pt idx="10">
                  <c:v>4.3973999999999999E-2</c:v>
                </c:pt>
                <c:pt idx="11">
                  <c:v>9.6491999999999994E-2</c:v>
                </c:pt>
                <c:pt idx="12">
                  <c:v>0.23934</c:v>
                </c:pt>
                <c:pt idx="13">
                  <c:v>0.62222</c:v>
                </c:pt>
                <c:pt idx="14">
                  <c:v>0.54330999999999996</c:v>
                </c:pt>
                <c:pt idx="15">
                  <c:v>-3.6397000000000001E-3</c:v>
                </c:pt>
                <c:pt idx="16">
                  <c:v>-0.44278000000000001</c:v>
                </c:pt>
                <c:pt idx="17">
                  <c:v>-0.84211999999999998</c:v>
                </c:pt>
                <c:pt idx="18">
                  <c:v>-1.1915</c:v>
                </c:pt>
                <c:pt idx="19">
                  <c:v>-1.3935999999999999</c:v>
                </c:pt>
                <c:pt idx="20">
                  <c:v>-1.4406000000000001</c:v>
                </c:pt>
                <c:pt idx="21">
                  <c:v>-1.4101999999999999</c:v>
                </c:pt>
                <c:pt idx="22">
                  <c:v>-1.3822000000000001</c:v>
                </c:pt>
                <c:pt idx="23">
                  <c:v>-1.3743000000000001</c:v>
                </c:pt>
                <c:pt idx="24">
                  <c:v>-1.2122999999999999</c:v>
                </c:pt>
                <c:pt idx="25">
                  <c:v>-0.87024999999999997</c:v>
                </c:pt>
                <c:pt idx="26">
                  <c:v>-0.77373000000000003</c:v>
                </c:pt>
                <c:pt idx="27">
                  <c:v>-0.62634000000000001</c:v>
                </c:pt>
                <c:pt idx="28">
                  <c:v>-0.4582</c:v>
                </c:pt>
                <c:pt idx="29">
                  <c:v>-0.34372000000000003</c:v>
                </c:pt>
                <c:pt idx="30">
                  <c:v>-0.28122999999999998</c:v>
                </c:pt>
                <c:pt idx="31">
                  <c:v>-0.25629000000000002</c:v>
                </c:pt>
                <c:pt idx="32">
                  <c:v>-0.23802999999999999</c:v>
                </c:pt>
                <c:pt idx="33">
                  <c:v>-0.22720000000000001</c:v>
                </c:pt>
                <c:pt idx="34">
                  <c:v>-0.19649</c:v>
                </c:pt>
                <c:pt idx="35">
                  <c:v>-0.17494000000000001</c:v>
                </c:pt>
                <c:pt idx="36">
                  <c:v>-0.15612999999999999</c:v>
                </c:pt>
                <c:pt idx="37">
                  <c:v>-0.12639</c:v>
                </c:pt>
                <c:pt idx="38">
                  <c:v>-0.12439</c:v>
                </c:pt>
                <c:pt idx="39">
                  <c:v>-0.10390000000000001</c:v>
                </c:pt>
                <c:pt idx="40">
                  <c:v>-8.1673999999999997E-2</c:v>
                </c:pt>
                <c:pt idx="41">
                  <c:v>-6.3899999999999998E-2</c:v>
                </c:pt>
                <c:pt idx="42">
                  <c:v>-4.3254000000000001E-2</c:v>
                </c:pt>
                <c:pt idx="43">
                  <c:v>-2.4791000000000001E-3</c:v>
                </c:pt>
                <c:pt idx="44">
                  <c:v>5.2039000000000002E-2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7D0-47DA-86FD-969B03891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3479152"/>
        <c:axId val="1113479632"/>
      </c:scatterChart>
      <c:valAx>
        <c:axId val="1113479152"/>
        <c:scaling>
          <c:orientation val="minMax"/>
          <c:max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high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3479632"/>
        <c:crosses val="autoZero"/>
        <c:crossBetween val="midCat"/>
      </c:valAx>
      <c:valAx>
        <c:axId val="1113479632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13479152"/>
        <c:crosses val="autoZero"/>
        <c:crossBetween val="midCat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054C2-06A4-726C-C8AF-8CEB02FB4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A89CD3-11C9-6B1B-7BDE-0660834DB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6E7154-AB58-0586-8F81-5FD9571F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3B65A-0F58-749A-F5B4-75AECA62B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A33FF7-35D3-C5E5-678E-1FE4451AB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21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DE1F9-064D-DF22-74AF-0ADA1821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ECFECB-BD37-5B23-FBC7-77DA145B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ADF006-CCBD-009E-D35F-BFD1B08B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EFA8C8-ECBF-4BC0-89C4-0A281422D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31C28C-EEAE-E004-F296-CD61B930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07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8780F-9483-5D7B-DF2A-C77FB6BCD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7E9A6D-1BB1-F08A-D8E6-FDA5F1370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2CD191-14FF-4FDF-5F83-98F29D2DC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AE1DE-3672-04FF-73CA-CA2D34F5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AC6851-392D-1378-A293-E804BFC0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72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F2F19-EA22-0E09-BBFF-7C8F6F97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4678B9-112C-080F-C332-3910D9508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0849D0-44AD-B860-B533-1A8F1DA87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72C66C-106F-2264-4EC8-3AD869D8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2653E7-DAD3-6070-9804-87528190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45E2D1-9A58-B00F-B544-330411D3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97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A0CDE-4AD4-5C47-0D62-939674504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9AFAD3-AD8F-965E-CA67-DA64D9EA3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4BB71D-B05B-D2BE-5211-12F2177C8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67A3FB-CAF7-316D-A493-8718E802D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E096B51-549C-D800-3E01-DD23196BB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78E88F-53F3-E9ED-EBB4-F879D91F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257CE1-366C-FA42-1791-05E605261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3AE2C6-79ED-4DCB-9E41-F589E0AA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2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007E2-418D-0383-D966-F1FE61E0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1C00EC-7CAE-80B9-2C07-D0A7DE9E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FF2A4B-16FB-CF7C-1F92-46AADC32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F99E97-A59E-2A6E-9E37-FD902911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0D3ED7-146E-5E82-9F7B-3D8B91CD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93B9AE-70B3-36AD-EA69-13036D9B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02B983-B6D9-AE32-8997-871B989A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4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4E6D0-D217-6D92-97A9-82ACCAAE1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B532DA-57FE-0BC6-056A-56C2E97A9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205E26-C371-270B-CFED-6996D388A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506AF9-7102-5E23-FD96-BC2EC9F9C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23C59F-A90C-E002-D811-59E258868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A91634-4F17-6F8E-D5CA-171640A6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99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12B62-C71F-E534-BAA1-E10EFC875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94ED1C-FF04-D959-E8E7-961BC0BED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A0ED3C-957F-4E3F-083C-8C6059332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6DAABC-73BA-5E7A-E930-F9EDF7E33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84C83C-3F15-E339-438F-E6822F48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57619D-1974-ACD1-0D7F-AE78BDC4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1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10694-238F-3EC6-4F49-45768D616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3BBE9E-8D56-8E03-A648-8519B7B3B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5C1B1-EDF5-8C69-B729-1F683155E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E7BD5F-233F-DBC8-68DF-D8DA1CC5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828DDF-F677-9FDB-ACE9-07759FB1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73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ED3F63-7A3F-E8F4-226D-EC4D1C7BC5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F50F71-DCC3-3B05-FE3B-2EC70E32E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60425E-D46F-33F4-CB7E-C4191A35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021268-6D22-2172-E6D6-13C264E0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E9A4C-9374-E64D-1D43-67C85D1DF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9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0CDFA8-CF11-D2A2-7BC5-EB39B390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CB7723-73C2-DFFE-0FB3-B4260156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E941D8-87C6-8CA9-B9EA-70D4276D1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ECDD6C-D5A6-4112-966F-1F76B1053AD3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C10E8C-175D-4492-9A39-8E63089DE9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3B36B-D95C-9159-92F6-19AA6470F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ACF8BC-2B04-4E02-B735-813E6B52E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99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F343E0-31AB-B83E-843D-BF3C60780CE0}"/>
              </a:ext>
            </a:extLst>
          </p:cNvPr>
          <p:cNvSpPr txBox="1"/>
          <p:nvPr/>
        </p:nvSpPr>
        <p:spPr>
          <a:xfrm>
            <a:off x="9861755" y="6488668"/>
            <a:ext cx="2330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/>
              <a:t>2021010506 </a:t>
            </a:r>
            <a:r>
              <a:rPr lang="ko-KR" altLang="en-US" dirty="0"/>
              <a:t>김벼리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6CA1F-0B30-C07D-F08B-79A5959A74DC}"/>
              </a:ext>
            </a:extLst>
          </p:cNvPr>
          <p:cNvSpPr txBox="1"/>
          <p:nvPr/>
        </p:nvSpPr>
        <p:spPr>
          <a:xfrm>
            <a:off x="1997792" y="2890391"/>
            <a:ext cx="81964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/>
              <a:t>3D ONERA M6 Wing</a:t>
            </a:r>
            <a:r>
              <a:rPr lang="en-US" altLang="ko-KR" dirty="0"/>
              <a:t>(Case 2565)</a:t>
            </a:r>
          </a:p>
          <a:p>
            <a:pPr algn="ctr"/>
            <a:r>
              <a:rPr lang="ko-KR" altLang="en-US" dirty="0"/>
              <a:t>위치 별 압력 분포도 비교</a:t>
            </a:r>
          </a:p>
        </p:txBody>
      </p:sp>
    </p:spTree>
    <p:extLst>
      <p:ext uri="{BB962C8B-B14F-4D97-AF65-F5344CB8AC3E}">
        <p14:creationId xmlns:p14="http://schemas.microsoft.com/office/powerpoint/2010/main" val="93124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E2F54E-2842-D063-C49A-1D19C8EE6AC2}"/>
              </a:ext>
            </a:extLst>
          </p:cNvPr>
          <p:cNvSpPr txBox="1"/>
          <p:nvPr/>
        </p:nvSpPr>
        <p:spPr>
          <a:xfrm>
            <a:off x="117986" y="117987"/>
            <a:ext cx="4414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모델 </a:t>
            </a:r>
            <a:r>
              <a:rPr lang="en-US" altLang="ko-KR" dirty="0"/>
              <a:t>: </a:t>
            </a:r>
            <a:r>
              <a:rPr lang="en-US" altLang="ko-KR" b="1" dirty="0"/>
              <a:t>3D ONERA M6 Wing</a:t>
            </a:r>
            <a:r>
              <a:rPr lang="en-US" altLang="ko-KR" dirty="0"/>
              <a:t>(Case 2565)</a:t>
            </a:r>
          </a:p>
          <a:p>
            <a:pPr algn="ctr"/>
            <a:endParaRPr lang="ko-KR" altLang="en-US" dirty="0"/>
          </a:p>
        </p:txBody>
      </p:sp>
      <p:pic>
        <p:nvPicPr>
          <p:cNvPr id="1026" name="Picture 2" descr="view of ONERA M6 wing to orient viewer">
            <a:extLst>
              <a:ext uri="{FF2B5EF4-FFF2-40B4-BE49-F238E27FC236}">
                <a16:creationId xmlns:a16="http://schemas.microsoft.com/office/drawing/2014/main" id="{1FAA5D3E-6B24-8EBE-8B8C-F936F8F42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65" y="557840"/>
            <a:ext cx="3170093" cy="282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B44978A-BCE0-8D26-C235-E940C4E60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65" y="3478738"/>
            <a:ext cx="3170093" cy="3091542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0A14385A-B12A-FAA8-12BB-60076214B43E}"/>
              </a:ext>
            </a:extLst>
          </p:cNvPr>
          <p:cNvGrpSpPr/>
          <p:nvPr/>
        </p:nvGrpSpPr>
        <p:grpSpPr>
          <a:xfrm>
            <a:off x="3574837" y="557840"/>
            <a:ext cx="6243483" cy="3932933"/>
            <a:chOff x="3549445" y="601107"/>
            <a:chExt cx="5093109" cy="29546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FF0AF21-8FE8-6916-546C-7F2C9BBAEEA0}"/>
                </a:ext>
              </a:extLst>
            </p:cNvPr>
            <p:cNvSpPr txBox="1"/>
            <p:nvPr/>
          </p:nvSpPr>
          <p:spPr>
            <a:xfrm>
              <a:off x="3574837" y="601107"/>
              <a:ext cx="441468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조건</a:t>
              </a:r>
              <a:endParaRPr lang="en-US" altLang="ko-KR" dirty="0"/>
            </a:p>
            <a:p>
              <a:r>
                <a:rPr lang="en-US" altLang="ko-KR" dirty="0"/>
                <a:t>MACH_NUMBER= 0.8372</a:t>
              </a:r>
            </a:p>
            <a:p>
              <a:r>
                <a:rPr lang="en-US" altLang="ko-KR" dirty="0"/>
                <a:t>AOA= 6.06</a:t>
              </a:r>
            </a:p>
            <a:p>
              <a:r>
                <a:rPr lang="en-US" altLang="ko-KR" dirty="0"/>
                <a:t>SIDESLIP_ANGLE= 0.0</a:t>
              </a:r>
            </a:p>
            <a:p>
              <a:r>
                <a:rPr lang="en-US" altLang="ko-KR" dirty="0"/>
                <a:t>INIT_OPTION= REYNOLDS</a:t>
              </a:r>
            </a:p>
            <a:p>
              <a:r>
                <a:rPr lang="en-US" altLang="ko-KR" dirty="0"/>
                <a:t>FREESTREAM_TEMPERATURE= 288.15</a:t>
              </a:r>
            </a:p>
            <a:p>
              <a:r>
                <a:rPr lang="en-US" altLang="ko-KR" dirty="0"/>
                <a:t>REYNOLDS_NUMBER= 11.71E6</a:t>
              </a:r>
            </a:p>
            <a:p>
              <a:r>
                <a:rPr lang="en-US" altLang="ko-KR" dirty="0"/>
                <a:t>REYNOLDS_LENGTH= 0.64607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86AA2F-B611-F93F-79D2-C4FD4B8EA20D}"/>
                </a:ext>
              </a:extLst>
            </p:cNvPr>
            <p:cNvSpPr txBox="1"/>
            <p:nvPr/>
          </p:nvSpPr>
          <p:spPr>
            <a:xfrm>
              <a:off x="3549445" y="2909431"/>
              <a:ext cx="50931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측정 </a:t>
              </a:r>
              <a:r>
                <a:rPr lang="en-US" altLang="ko-KR" dirty="0"/>
                <a:t>span </a:t>
              </a:r>
              <a:r>
                <a:rPr lang="ko-KR" altLang="en-US" dirty="0"/>
                <a:t>위치</a:t>
              </a:r>
              <a:endParaRPr lang="en-US" altLang="ko-KR" dirty="0"/>
            </a:p>
            <a:p>
              <a:r>
                <a:rPr lang="en-US" altLang="ko-KR" dirty="0"/>
                <a:t>0.2, 0.44, 0.65, 0.8, 0.9, 0.96, 0.99 </a:t>
              </a:r>
              <a:r>
                <a:rPr lang="ko-KR" altLang="en-US" dirty="0"/>
                <a:t>지점</a:t>
              </a:r>
              <a:r>
                <a:rPr lang="en-US" altLang="ko-KR" dirty="0"/>
                <a:t>(</a:t>
              </a:r>
              <a:r>
                <a:rPr lang="ko-KR" altLang="en-US" dirty="0"/>
                <a:t>총 </a:t>
              </a:r>
              <a:r>
                <a:rPr lang="en-US" altLang="ko-KR" dirty="0"/>
                <a:t>7</a:t>
              </a:r>
              <a:r>
                <a:rPr lang="ko-KR" altLang="en-US" dirty="0"/>
                <a:t>지점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8978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8C476-E025-7AF7-4C91-29F15D21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22FB6B-B1AA-4F85-4B20-01FF3DBAC2DA}"/>
              </a:ext>
            </a:extLst>
          </p:cNvPr>
          <p:cNvSpPr txBox="1"/>
          <p:nvPr/>
        </p:nvSpPr>
        <p:spPr>
          <a:xfrm>
            <a:off x="344129" y="383458"/>
            <a:ext cx="174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0.2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480AB4E7-29CD-95C6-C816-5F3CA7174A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3201552"/>
              </p:ext>
            </p:extLst>
          </p:nvPr>
        </p:nvGraphicFramePr>
        <p:xfrm>
          <a:off x="344129" y="824610"/>
          <a:ext cx="4632351" cy="2743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8ABBC9-8666-1E75-FEFC-C7032423F6E4}"/>
              </a:ext>
            </a:extLst>
          </p:cNvPr>
          <p:cNvSpPr txBox="1"/>
          <p:nvPr/>
        </p:nvSpPr>
        <p:spPr>
          <a:xfrm>
            <a:off x="383457" y="3685795"/>
            <a:ext cx="174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0.65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6C724-7F63-70F9-71CC-3257E54A366D}"/>
              </a:ext>
            </a:extLst>
          </p:cNvPr>
          <p:cNvSpPr txBox="1"/>
          <p:nvPr/>
        </p:nvSpPr>
        <p:spPr>
          <a:xfrm>
            <a:off x="5831983" y="383457"/>
            <a:ext cx="174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0.44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B6C6A-0A13-A399-4C8C-0D68646EC246}"/>
              </a:ext>
            </a:extLst>
          </p:cNvPr>
          <p:cNvSpPr txBox="1"/>
          <p:nvPr/>
        </p:nvSpPr>
        <p:spPr>
          <a:xfrm>
            <a:off x="5182956" y="3685794"/>
            <a:ext cx="174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0.8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A780EC2D-36F1-8E96-4E22-020558F2E0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6594364"/>
              </p:ext>
            </p:extLst>
          </p:nvPr>
        </p:nvGraphicFramePr>
        <p:xfrm>
          <a:off x="5796843" y="706623"/>
          <a:ext cx="4556312" cy="2786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B172E4E7-95F2-6CAE-F597-0F6440463A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5113103"/>
              </p:ext>
            </p:extLst>
          </p:nvPr>
        </p:nvGraphicFramePr>
        <p:xfrm>
          <a:off x="461484" y="4008961"/>
          <a:ext cx="4514996" cy="284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E2BF9ADF-02D5-2365-D4EC-37AB1C5D7B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9826176"/>
              </p:ext>
            </p:extLst>
          </p:nvPr>
        </p:nvGraphicFramePr>
        <p:xfrm>
          <a:off x="5796843" y="4008960"/>
          <a:ext cx="4556312" cy="28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5939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88183-3A6A-E710-508D-545593DBB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B7923B-7FA9-4A2C-9C2B-677F1CC2C7A4}"/>
              </a:ext>
            </a:extLst>
          </p:cNvPr>
          <p:cNvSpPr txBox="1"/>
          <p:nvPr/>
        </p:nvSpPr>
        <p:spPr>
          <a:xfrm>
            <a:off x="344129" y="383458"/>
            <a:ext cx="174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0.9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D56E2-081F-43E1-0ECD-223442BDBB5E}"/>
              </a:ext>
            </a:extLst>
          </p:cNvPr>
          <p:cNvSpPr txBox="1"/>
          <p:nvPr/>
        </p:nvSpPr>
        <p:spPr>
          <a:xfrm>
            <a:off x="383457" y="3685795"/>
            <a:ext cx="174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0.99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6F7C43-CAFD-FBA4-B48C-49B0A660CF78}"/>
              </a:ext>
            </a:extLst>
          </p:cNvPr>
          <p:cNvSpPr txBox="1"/>
          <p:nvPr/>
        </p:nvSpPr>
        <p:spPr>
          <a:xfrm>
            <a:off x="6096000" y="383457"/>
            <a:ext cx="1740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altLang="ko-KR" dirty="0"/>
              <a:t>η</a:t>
            </a:r>
            <a:r>
              <a:rPr lang="en-US" altLang="ko-KR" dirty="0"/>
              <a:t> = 0.96 </a:t>
            </a:r>
            <a:r>
              <a:rPr lang="ko-KR" altLang="en-US" dirty="0"/>
              <a:t>지점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BFAA6CF7-E286-3FF1-D299-0DEC17CD1A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647131"/>
              </p:ext>
            </p:extLst>
          </p:nvPr>
        </p:nvGraphicFramePr>
        <p:xfrm>
          <a:off x="420455" y="584674"/>
          <a:ext cx="47625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E9629231-6083-D9CD-AA09-1264A0348D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1630287"/>
              </p:ext>
            </p:extLst>
          </p:nvPr>
        </p:nvGraphicFramePr>
        <p:xfrm>
          <a:off x="420455" y="3772988"/>
          <a:ext cx="47625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C2777F5C-9CF1-35BA-6C2D-6A8EBB1D1E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325289"/>
              </p:ext>
            </p:extLst>
          </p:nvPr>
        </p:nvGraphicFramePr>
        <p:xfrm>
          <a:off x="5830530" y="584675"/>
          <a:ext cx="4842388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49FCC656-5CE6-14BC-002E-D1143BED8F21}"/>
              </a:ext>
            </a:extLst>
          </p:cNvPr>
          <p:cNvGrpSpPr/>
          <p:nvPr/>
        </p:nvGrpSpPr>
        <p:grpSpPr>
          <a:xfrm>
            <a:off x="9739107" y="5794192"/>
            <a:ext cx="1833714" cy="276999"/>
            <a:chOff x="10023863" y="5655694"/>
            <a:chExt cx="1833714" cy="276999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FF1A0E9-4205-BC79-1DD5-472B374582A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3863" y="5794194"/>
              <a:ext cx="442451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CB3E72-B33E-5430-772A-B0A3581DAE75}"/>
                </a:ext>
              </a:extLst>
            </p:cNvPr>
            <p:cNvSpPr txBox="1"/>
            <p:nvPr/>
          </p:nvSpPr>
          <p:spPr>
            <a:xfrm>
              <a:off x="10466314" y="5655694"/>
              <a:ext cx="13912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Su2 </a:t>
              </a:r>
              <a:r>
                <a:rPr lang="ko-KR" altLang="en-US" sz="1200" b="1" dirty="0"/>
                <a:t>분포도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3996466-D691-3108-5952-088EC86E2146}"/>
              </a:ext>
            </a:extLst>
          </p:cNvPr>
          <p:cNvGrpSpPr/>
          <p:nvPr/>
        </p:nvGrpSpPr>
        <p:grpSpPr>
          <a:xfrm>
            <a:off x="9739107" y="6071193"/>
            <a:ext cx="2383042" cy="276999"/>
            <a:chOff x="9710532" y="5135971"/>
            <a:chExt cx="2383042" cy="276999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06FB4EF-330A-46FF-6D6D-63EDCBDE72BC}"/>
                </a:ext>
              </a:extLst>
            </p:cNvPr>
            <p:cNvSpPr/>
            <p:nvPr/>
          </p:nvSpPr>
          <p:spPr>
            <a:xfrm>
              <a:off x="9710532" y="5234188"/>
              <a:ext cx="83318" cy="80563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1371721-0D0B-E074-C84B-6720EBB03F6F}"/>
                </a:ext>
              </a:extLst>
            </p:cNvPr>
            <p:cNvSpPr txBox="1"/>
            <p:nvPr/>
          </p:nvSpPr>
          <p:spPr>
            <a:xfrm>
              <a:off x="9792519" y="5135971"/>
              <a:ext cx="23010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/>
                <a:t>NASA Experimental Cp data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6769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134</Words>
  <Application>Microsoft Office PowerPoint</Application>
  <PresentationFormat>와이드스크린</PresentationFormat>
  <Paragraphs>30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벼리 김</dc:creator>
  <cp:lastModifiedBy>벼리 김</cp:lastModifiedBy>
  <cp:revision>1</cp:revision>
  <dcterms:created xsi:type="dcterms:W3CDTF">2025-11-19T05:29:38Z</dcterms:created>
  <dcterms:modified xsi:type="dcterms:W3CDTF">2025-11-19T05:55:54Z</dcterms:modified>
</cp:coreProperties>
</file>