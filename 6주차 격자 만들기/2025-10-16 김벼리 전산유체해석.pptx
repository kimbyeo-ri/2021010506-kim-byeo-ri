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6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C8835-E7A1-A465-1904-FBCEF647C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938452-46CC-6894-E948-FBF7183E2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EE5CB-9D6A-5A03-44BB-9F03805FE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D35D08-5E28-6B14-D9C0-85C807FF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05A292-513B-1533-FC58-36C9F8C3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08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0AB6D-FDD1-9EA3-1905-40C780FE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8CD38F-124F-CDB3-7872-6217606EC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44D0CB-2B05-A2B1-8E5F-F8ED2A3B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72989C-E8B3-EB93-6578-7AFAA5FDA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FF62B6-9B35-44DB-6C18-08D688247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56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4E3E4-5B2A-4D09-D389-CB2478568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3BE51B-E680-6C18-7CA7-AA3B2E405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26053-E769-A5B5-8D41-FF306B5E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5A2D04-FE8C-5DD7-5220-CFAD648B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E9A86B-E7DE-C103-6908-AF7D2531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78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6160B4-02AF-B122-DF6B-E44A6E8E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DD7706-699C-AB3C-0D14-EFF789539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36FEA7-CDE3-E02D-68B8-C6E7C873E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FC987B-0C59-F077-5141-B0598D22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6186DC-CB83-AE81-B524-225F45EE6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94AA8C-09F5-66D5-3493-A41408BE7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53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6B90D-FDE5-A44E-2552-16D96DC64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5567A5-9BA4-CEA0-8E6E-7757E0A7A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144D6E-B612-0432-A816-4D3908C2E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BAAA9F-6989-97B1-F2C0-732D2FD70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A8F479-F9FA-681D-F13C-68FA4B17D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826E46-F711-3929-68B5-64CAD5C0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DDBA3B6-2051-1F53-B42B-F5F737D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6AF4F7-E34E-DC67-6605-173C7405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070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6A683-4B22-71E6-F9E8-DD6BCB8F4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0D0FB6-D6A2-291C-B8BA-7B690311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3F2787-ACCC-51E1-8D74-0EB4C1C74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469D6A-664C-FC86-A142-75F95807D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330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EEE0E4-6ADF-66D6-1EBC-80BD28F8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E6B5B6-EC67-0B0A-0A6D-4CCB1F1A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3930A9-CBB5-947E-F246-C472E7528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48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4935D-9020-DB06-F01E-3259EFEDA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6EEA88-D71F-D286-5A02-B196E04B8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E841AB-0A18-0918-BA50-D6CD99D82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55545F-0D06-7F44-C199-98A36313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5EA01C-CBF3-0187-4B20-3A0EC41A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11A25F-C2B6-3D0C-CB2B-97723E0CE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52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0F7E1-9F8A-3CF9-E485-EC9A57DE3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AB01DC-EB42-0F57-B2B6-71C8DA37D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1C3034-3D97-71A9-A118-41A37FBA5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1DB664-FE39-E1AA-CC79-6FD513E9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DF84B2-A03B-ACB5-EFCE-880C220AA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8BE3B7-5C27-E2B5-675C-2B8D701C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329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5FDB3E-0560-99E9-AB94-121034961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618417-4E75-504D-A37C-C08183F2E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313EC1-8A44-F911-9CA2-2949A8FE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AAE682-740B-D686-E1BB-DC7EBAF8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8F92C1-145B-A400-62B0-526ADF1E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24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2F816E6-591A-262B-0E25-5D92D8471F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B043C0-1666-C7C9-9E32-739777205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69242-F04B-81E6-5FD9-F21FAF21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E1F958-1886-F133-8550-0F58150B1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705CEB-526A-7B58-1856-70AD4F60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94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C6FB5F-8429-0C25-DF72-3D58733EC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C3DE97-38B1-6F38-82D1-54A773D1A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6BD53-751E-38C0-E748-30FB6586A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DE331-342A-4828-B3BD-02FA5A8AAA8A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D93C21-31FF-77DD-10ED-D902B8B48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2A871C-92B2-18CC-FBA1-C012EB80F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9BAC9-7BB7-469E-8857-0A6EA5EE27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15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343E0-31AB-B83E-843D-BF3C60780CE0}"/>
              </a:ext>
            </a:extLst>
          </p:cNvPr>
          <p:cNvSpPr txBox="1"/>
          <p:nvPr/>
        </p:nvSpPr>
        <p:spPr>
          <a:xfrm>
            <a:off x="9861755" y="6488668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2021010506 </a:t>
            </a:r>
            <a:r>
              <a:rPr lang="ko-KR" altLang="en-US" dirty="0"/>
              <a:t>김벼리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6CA1F-0B30-C07D-F08B-79A5959A74DC}"/>
              </a:ext>
            </a:extLst>
          </p:cNvPr>
          <p:cNvSpPr txBox="1"/>
          <p:nvPr/>
        </p:nvSpPr>
        <p:spPr>
          <a:xfrm>
            <a:off x="2451919" y="3136612"/>
            <a:ext cx="7288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RAE 2822 </a:t>
            </a:r>
            <a:r>
              <a:rPr lang="ko-KR" altLang="en-US" sz="3200" dirty="0"/>
              <a:t>격자 생성 및 </a:t>
            </a:r>
            <a:r>
              <a:rPr lang="en-US" altLang="ko-KR" sz="3200" dirty="0"/>
              <a:t>CMD </a:t>
            </a:r>
            <a:r>
              <a:rPr lang="ko-KR" altLang="en-US" sz="3200" dirty="0"/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93124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49E65D9-3E20-E4A1-BEAE-9FA7CEDB3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4948"/>
            <a:ext cx="5291666" cy="29897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0B800BE-A50B-B93F-7F13-51520977A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734" y="2357010"/>
            <a:ext cx="6790266" cy="23256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606FA8-C892-3407-CA65-7893896A9ADC}"/>
              </a:ext>
            </a:extLst>
          </p:cNvPr>
          <p:cNvSpPr txBox="1"/>
          <p:nvPr/>
        </p:nvSpPr>
        <p:spPr>
          <a:xfrm>
            <a:off x="158270" y="167149"/>
            <a:ext cx="2487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RAE 2822 </a:t>
            </a:r>
            <a:r>
              <a:rPr lang="ko-KR" altLang="en-US" dirty="0"/>
              <a:t>격자 생성 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6142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AE475-9AF8-F553-6323-AF8A58C4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88D408-A08E-6129-C9F8-AD6BE3E2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98" y="3574141"/>
            <a:ext cx="5639492" cy="3022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23109E-CB31-F06E-438D-10FA781516CA}"/>
              </a:ext>
            </a:extLst>
          </p:cNvPr>
          <p:cNvSpPr txBox="1"/>
          <p:nvPr/>
        </p:nvSpPr>
        <p:spPr>
          <a:xfrm>
            <a:off x="0" y="1"/>
            <a:ext cx="586002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해석 조건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MACH_NUMBER= 0.88</a:t>
            </a:r>
          </a:p>
          <a:p>
            <a:endParaRPr lang="en-US" altLang="ko-KR" sz="1400" dirty="0"/>
          </a:p>
          <a:p>
            <a:r>
              <a:rPr lang="en-US" altLang="ko-KR" sz="1400" dirty="0"/>
              <a:t>AOA= 0.2</a:t>
            </a:r>
          </a:p>
          <a:p>
            <a:endParaRPr lang="en-US" altLang="ko-KR" sz="1400" dirty="0"/>
          </a:p>
          <a:p>
            <a:r>
              <a:rPr lang="en-US" altLang="ko-KR" sz="1400" dirty="0"/>
              <a:t>SIDESLIP_ANGLE= 0.0</a:t>
            </a:r>
          </a:p>
          <a:p>
            <a:endParaRPr lang="en-US" altLang="ko-KR" sz="1400" dirty="0"/>
          </a:p>
          <a:p>
            <a:r>
              <a:rPr lang="en-US" altLang="ko-KR" sz="1400" dirty="0"/>
              <a:t>FREESTREAM_PRESSURE= 101325.0</a:t>
            </a:r>
          </a:p>
          <a:p>
            <a:endParaRPr lang="en-US" altLang="ko-KR" sz="1400" dirty="0"/>
          </a:p>
          <a:p>
            <a:r>
              <a:rPr lang="en-US" altLang="ko-KR" sz="1400" dirty="0"/>
              <a:t>FREESTREAM_TEMPERATURE= 288.15</a:t>
            </a:r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E4704E-F311-819E-B53A-00EFEC3F9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310" y="3574141"/>
            <a:ext cx="5639492" cy="30375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23CA3C-B02F-C176-B7E9-EC22AFF561D6}"/>
              </a:ext>
            </a:extLst>
          </p:cNvPr>
          <p:cNvSpPr txBox="1"/>
          <p:nvPr/>
        </p:nvSpPr>
        <p:spPr>
          <a:xfrm>
            <a:off x="6346310" y="3204809"/>
            <a:ext cx="3018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PRESSURE</a:t>
            </a:r>
            <a:r>
              <a:rPr lang="ko-KR" altLang="en-US" dirty="0"/>
              <a:t> </a:t>
            </a:r>
            <a:r>
              <a:rPr lang="en-US" altLang="ko-KR" dirty="0"/>
              <a:t>SURFACE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A807DF-E7E3-69E9-C27A-5A859EED9B00}"/>
              </a:ext>
            </a:extLst>
          </p:cNvPr>
          <p:cNvSpPr txBox="1"/>
          <p:nvPr/>
        </p:nvSpPr>
        <p:spPr>
          <a:xfrm>
            <a:off x="206198" y="3204809"/>
            <a:ext cx="312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WIREFARME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919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41</Words>
  <Application>Microsoft Office PowerPoint</Application>
  <PresentationFormat>와이드스크린</PresentationFormat>
  <Paragraphs>16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벼리 김</dc:creator>
  <cp:lastModifiedBy>벼리 김</cp:lastModifiedBy>
  <cp:revision>1</cp:revision>
  <dcterms:created xsi:type="dcterms:W3CDTF">2025-10-17T00:01:21Z</dcterms:created>
  <dcterms:modified xsi:type="dcterms:W3CDTF">2025-10-17T05:07:51Z</dcterms:modified>
</cp:coreProperties>
</file>