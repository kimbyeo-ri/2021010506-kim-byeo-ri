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E4088-9062-E420-D50B-FDA6D9FFD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2AC07C-ED80-49C3-E203-A66062E7F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C41832-56F5-7CCD-E11E-8ABF36BB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2B4591-50C1-8628-95CD-370902B2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BD356-A23D-D8FD-BA51-496F32C3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35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799F5-E0C6-7BC0-6C2C-7C4E94EB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3D5F2-98B5-18D4-3150-662ED1B7B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E5999-81B4-1A42-54C6-18CD61F7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5D7F7-C0BE-D718-F428-4D3C50BD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B29D99-D8B0-53FB-BE75-64910742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26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A609C-5C91-BF8B-6423-B94C5C36D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F2DDC4-2BF5-38C3-4C9E-CE845BBD5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3B3A1-0C95-2CCB-1F1D-CFA11168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7FBB-BB3B-926D-2F25-A3D07126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BB64D-1807-A327-0D4F-368CBC2E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88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22C5E-CFA8-DA58-34A5-272FD2F7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61676-291C-4CDD-7D42-566CF9346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FDFC06-3FF2-68D0-99D5-C01179977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822600-6086-B352-D613-7F7F0464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A175E9-2E8D-D2AA-A903-19E4DADC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66080E-2B74-8FC9-979D-645F462C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57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B17E5-6654-3BAF-E4EB-D8CBCDF4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6F8C4A-8F68-5FDC-FBB9-A1AD71AE0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B46CF6-C55D-DEC1-ECCC-17C7B4FF9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87FED0-5E5F-16A3-BEC5-699D62D5C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A4E733-0A16-F08D-D98B-D12047A61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04EE37-45F3-A9D7-0F19-18B8ACB1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D134AC-948C-CD0D-C69F-0A685822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A4D304-660E-29EC-7FE4-6398CF2F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1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A08D5-52C0-8374-FD43-6BFEA70C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209A15-6737-6F5B-E303-E440F206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762C80-C1E6-826E-8B42-C7FD65F4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96A60C-9766-112D-0D35-16BAAC7A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00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75AC3F-7564-A865-CF64-4DF942D4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2F0B52-E2F6-2AA6-187E-B8904D820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7D67B-7DDE-019A-6435-AAB0B387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68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42D7F-4F2A-2463-7DDC-639EA7D0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3A6DC-291E-E226-96B8-A6DC8DE8A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88843A-F2CF-652B-CD92-8BC44893B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648D91-E95B-F5F5-6E7B-64DC1E29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90620-5CFE-A098-EBF0-04E5D922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5FA25E-292A-E11E-B24F-87780FD2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6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DAA24-735F-9516-4392-C1058C1E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29E1A6-324E-0246-13C2-B3B1E111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01290C-F3EA-F02F-AADC-F2B854493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B69956-5151-87FF-082B-5B094ECB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B0F4C0-934B-7724-DFC0-34180F1F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6A71A6-6988-E22E-98DE-A8E8A10E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4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7C12E-624A-D1BC-DDE8-E5C5F5E6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F6F6DA-3BDF-E917-7575-776771407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3A5D0-0370-BBBE-23F2-6249A0B9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4BEFF-8F4A-916A-DAA4-863452F4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EF8B65-073B-2A98-2FAD-AFE4411E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40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73DF4D-C64E-8C9C-FE26-F177D71CD3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B730E6-87DD-A6C2-6DA0-90913B00F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03EF4-A15B-5C55-9CE1-761DD2D7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7D82E-34DB-A010-4A47-571C114D3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C209D-CA6A-0E1B-5336-7A3C213A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70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52ACBA-F9F1-6FF3-F2AB-C3C6A965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D0063A-DD4C-D085-0614-0F21F33F6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AE4B5-F751-6567-156F-AAAB57C12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9BEEA-5C4E-4FF3-A825-2C4EECE3700B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F35F1-5079-CFD8-8C5B-33AED88C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C8E0FA-AC10-45C9-C27D-C26086057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35F86-F1DB-48BF-88AB-925E58CAC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18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343E0-31AB-B83E-843D-BF3C60780CE0}"/>
              </a:ext>
            </a:extLst>
          </p:cNvPr>
          <p:cNvSpPr txBox="1"/>
          <p:nvPr/>
        </p:nvSpPr>
        <p:spPr>
          <a:xfrm>
            <a:off x="9861755" y="6488668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2021010506 </a:t>
            </a:r>
            <a:r>
              <a:rPr lang="ko-KR" altLang="en-US" dirty="0"/>
              <a:t>김벼리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6CA1F-0B30-C07D-F08B-79A5959A74DC}"/>
              </a:ext>
            </a:extLst>
          </p:cNvPr>
          <p:cNvSpPr txBox="1"/>
          <p:nvPr/>
        </p:nvSpPr>
        <p:spPr>
          <a:xfrm>
            <a:off x="1997792" y="2890391"/>
            <a:ext cx="8196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NACA0012 plunging, Pitching </a:t>
            </a:r>
            <a:r>
              <a:rPr lang="ko-KR" altLang="en-US" sz="3200" dirty="0"/>
              <a:t>해석 </a:t>
            </a:r>
            <a:r>
              <a:rPr lang="en-US" altLang="ko-KR" sz="3200" dirty="0"/>
              <a:t>&amp; CARADONNA_TUNG </a:t>
            </a:r>
            <a:r>
              <a:rPr lang="ko-KR" altLang="en-US" sz="3200" dirty="0"/>
              <a:t>해석</a:t>
            </a:r>
          </a:p>
        </p:txBody>
      </p:sp>
    </p:spTree>
    <p:extLst>
      <p:ext uri="{BB962C8B-B14F-4D97-AF65-F5344CB8AC3E}">
        <p14:creationId xmlns:p14="http://schemas.microsoft.com/office/powerpoint/2010/main" val="93124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25-11-06 12-02-23">
            <a:hlinkClick r:id="" action="ppaction://media"/>
            <a:extLst>
              <a:ext uri="{FF2B5EF4-FFF2-40B4-BE49-F238E27FC236}">
                <a16:creationId xmlns:a16="http://schemas.microsoft.com/office/drawing/2014/main" id="{0DCAC481-F476-103B-6958-11EDB920486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36875" y="1651992"/>
            <a:ext cx="9255125" cy="5206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E0B167-F75B-A1FB-1B8F-11CCE6521CB8}"/>
              </a:ext>
            </a:extLst>
          </p:cNvPr>
          <p:cNvSpPr txBox="1"/>
          <p:nvPr/>
        </p:nvSpPr>
        <p:spPr>
          <a:xfrm>
            <a:off x="0" y="0"/>
            <a:ext cx="685308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NACA0012 Plunging </a:t>
            </a:r>
            <a:r>
              <a:rPr lang="ko-KR" altLang="en-US" dirty="0"/>
              <a:t>조건</a:t>
            </a:r>
            <a:endParaRPr lang="en-US" altLang="ko-KR" dirty="0"/>
          </a:p>
          <a:p>
            <a:endParaRPr lang="en-US" altLang="ko-KR" dirty="0"/>
          </a:p>
          <a:p>
            <a:r>
              <a:rPr lang="nn-NO" altLang="ko-KR" sz="1600" dirty="0"/>
              <a:t>PLUNGING_OMEGA= 0.0 106.69842 0.0</a:t>
            </a:r>
          </a:p>
          <a:p>
            <a:r>
              <a:rPr lang="nn-NO" altLang="ko-KR" sz="1600" dirty="0"/>
              <a:t>PLUNGING_AMPL= 0.0 1.01 0.0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MACH_NUMBER= 0.3</a:t>
            </a:r>
          </a:p>
          <a:p>
            <a:r>
              <a:rPr lang="en-US" altLang="ko-KR" sz="1600" dirty="0"/>
              <a:t>FREESTREAM_TEMPERATURE= 288.15</a:t>
            </a:r>
          </a:p>
          <a:p>
            <a:r>
              <a:rPr lang="en-US" altLang="ko-KR" sz="1600" dirty="0"/>
              <a:t>AOA= 0.0</a:t>
            </a:r>
          </a:p>
          <a:p>
            <a:endParaRPr lang="en-US" altLang="ko-KR" sz="1600" dirty="0"/>
          </a:p>
          <a:p>
            <a:r>
              <a:rPr lang="en-US" altLang="ko-KR" sz="1600" dirty="0"/>
              <a:t>REYNOLDS_NUMBER= 1000.0</a:t>
            </a:r>
          </a:p>
          <a:p>
            <a:r>
              <a:rPr lang="en-US" altLang="ko-KR" sz="1600" dirty="0"/>
              <a:t>REYNOLDS_LENGTH= 1.0</a:t>
            </a:r>
          </a:p>
          <a:p>
            <a:r>
              <a:rPr lang="en-US" altLang="ko-KR" sz="1600" u="sng" dirty="0"/>
              <a:t>CFL_NUMBER= 1.0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92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6457D-BBD6-339E-3C86-D32BBF03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025-11-06 12-09-49">
            <a:hlinkClick r:id="" action="ppaction://media"/>
            <a:extLst>
              <a:ext uri="{FF2B5EF4-FFF2-40B4-BE49-F238E27FC236}">
                <a16:creationId xmlns:a16="http://schemas.microsoft.com/office/drawing/2014/main" id="{38FC4439-FE5A-AB74-0564-2B71665096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85652" y="1791928"/>
            <a:ext cx="9006348" cy="5066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87CCB2-BACD-7BD9-827A-866133877581}"/>
              </a:ext>
            </a:extLst>
          </p:cNvPr>
          <p:cNvSpPr txBox="1"/>
          <p:nvPr/>
        </p:nvSpPr>
        <p:spPr>
          <a:xfrm>
            <a:off x="-1" y="0"/>
            <a:ext cx="76494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NACA0012</a:t>
            </a:r>
            <a:r>
              <a:rPr lang="ko-KR" altLang="en-US" dirty="0"/>
              <a:t> </a:t>
            </a:r>
            <a:r>
              <a:rPr lang="en-US" altLang="ko-KR" dirty="0"/>
              <a:t>Plunging &amp; Pitching </a:t>
            </a:r>
            <a:r>
              <a:rPr lang="ko-KR" altLang="en-US" dirty="0"/>
              <a:t>조건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600" dirty="0"/>
              <a:t>GRID_MOVEMENT=RIGID_MOTION</a:t>
            </a:r>
          </a:p>
          <a:p>
            <a:r>
              <a:rPr lang="en-US" altLang="ko-KR" sz="1600" dirty="0"/>
              <a:t>MOTION_ORIGIN=(0.25,0.0,0.0)</a:t>
            </a:r>
          </a:p>
          <a:p>
            <a:r>
              <a:rPr lang="en-US" altLang="ko-KR" sz="1600" dirty="0"/>
              <a:t>PITCHING_AMPL=(0.0,0.0,8.0)</a:t>
            </a:r>
          </a:p>
          <a:p>
            <a:r>
              <a:rPr lang="en-US" altLang="ko-KR" sz="1600" dirty="0"/>
              <a:t>PITCHING_OMEGA=(0.0,0.0,14.91675)</a:t>
            </a:r>
          </a:p>
          <a:p>
            <a:r>
              <a:rPr lang="en-US" altLang="ko-KR" sz="1600" dirty="0"/>
              <a:t>PLUNGING_OMEGA= 0.0 106.69842 0.0</a:t>
            </a:r>
          </a:p>
          <a:p>
            <a:r>
              <a:rPr lang="en-US" altLang="ko-KR" sz="1600" dirty="0"/>
              <a:t>PLUNGING_AMPL= 0.0 1.01 0.0</a:t>
            </a:r>
          </a:p>
          <a:p>
            <a:endParaRPr lang="en-US" altLang="ko-KR" sz="1600" dirty="0"/>
          </a:p>
          <a:p>
            <a:r>
              <a:rPr lang="en-US" altLang="ko-KR" sz="1600" u="sng" dirty="0"/>
              <a:t>CFL_NUMBER= 10</a:t>
            </a:r>
          </a:p>
          <a:p>
            <a:r>
              <a:rPr lang="en-US" altLang="ko-KR" sz="1600" u="sng" dirty="0"/>
              <a:t>INNER_ITER= 100</a:t>
            </a:r>
          </a:p>
          <a:p>
            <a:endParaRPr lang="en-US" altLang="ko-KR" sz="1600" dirty="0"/>
          </a:p>
          <a:p>
            <a:r>
              <a:rPr lang="en-US" altLang="ko-KR" sz="1600" dirty="0"/>
              <a:t>MACH_NUMBER= 0.3</a:t>
            </a:r>
          </a:p>
          <a:p>
            <a:r>
              <a:rPr lang="en-US" altLang="ko-KR" sz="1600" dirty="0"/>
              <a:t>AOA= 17.0</a:t>
            </a:r>
          </a:p>
          <a:p>
            <a:r>
              <a:rPr lang="en-US" altLang="ko-KR" sz="1600" dirty="0"/>
              <a:t>FREESTREAM_TEMPERATURE= 293.0</a:t>
            </a:r>
          </a:p>
          <a:p>
            <a:r>
              <a:rPr lang="en-US" altLang="ko-KR" sz="1600" dirty="0"/>
              <a:t>FREESTREAM_PRESSURE= 101325.0</a:t>
            </a:r>
          </a:p>
          <a:p>
            <a:r>
              <a:rPr lang="en-US" altLang="ko-KR" sz="1600" dirty="0"/>
              <a:t>REYNOLDS_NUMBER= 1000.0</a:t>
            </a:r>
          </a:p>
          <a:p>
            <a:r>
              <a:rPr lang="en-US" altLang="ko-KR" sz="1600" dirty="0"/>
              <a:t>REYNOLDS_LENGTH= 1.0</a:t>
            </a:r>
          </a:p>
          <a:p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9479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9B90F-5478-93E9-C20B-B0BD284D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D0CF69-C46C-6EB9-4E49-3DC57B47625C}"/>
              </a:ext>
            </a:extLst>
          </p:cNvPr>
          <p:cNvSpPr txBox="1"/>
          <p:nvPr/>
        </p:nvSpPr>
        <p:spPr>
          <a:xfrm>
            <a:off x="-15340" y="0"/>
            <a:ext cx="4430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CARADONNA_TUNG blade </a:t>
            </a:r>
            <a:r>
              <a:rPr lang="ko-KR" altLang="en-US" dirty="0"/>
              <a:t>조건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MACH_NUMBER= 0.0</a:t>
            </a:r>
          </a:p>
          <a:p>
            <a:r>
              <a:rPr lang="en-US" altLang="ko-KR" dirty="0"/>
              <a:t>AOA= 0.0                   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b="1" dirty="0" err="1">
                <a:sym typeface="Wingdings" panose="05000000000000000000" pitchFamily="2" charset="2"/>
              </a:rPr>
              <a:t>호버링</a:t>
            </a:r>
            <a:r>
              <a:rPr lang="ko-KR" altLang="en-US" b="1" dirty="0">
                <a:sym typeface="Wingdings" panose="05000000000000000000" pitchFamily="2" charset="2"/>
              </a:rPr>
              <a:t> 상태</a:t>
            </a:r>
            <a:endParaRPr lang="en-US" altLang="ko-KR" b="1" dirty="0"/>
          </a:p>
          <a:p>
            <a:r>
              <a:rPr lang="en-US" altLang="ko-KR" dirty="0"/>
              <a:t>SIDESLIP_ANGLE= 0.0</a:t>
            </a:r>
          </a:p>
          <a:p>
            <a:r>
              <a:rPr lang="en-US" altLang="ko-KR" dirty="0"/>
              <a:t>FREESTREAM_PRESSURE= 101325.0    </a:t>
            </a:r>
            <a:endParaRPr lang="en-US" altLang="ko-KR" b="1" dirty="0"/>
          </a:p>
          <a:p>
            <a:r>
              <a:rPr lang="en-US" altLang="ko-KR" dirty="0"/>
              <a:t>FREESTREAM_TEMPERATURE= 288.15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319CA42-B80B-EF3B-AB99-78FF837369CC}"/>
              </a:ext>
            </a:extLst>
          </p:cNvPr>
          <p:cNvGrpSpPr/>
          <p:nvPr/>
        </p:nvGrpSpPr>
        <p:grpSpPr>
          <a:xfrm>
            <a:off x="367882" y="2672679"/>
            <a:ext cx="11456236" cy="3259088"/>
            <a:chOff x="588280" y="3691391"/>
            <a:chExt cx="11015440" cy="2751403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059C388-C322-9C2C-C359-4508D5E6573E}"/>
                </a:ext>
              </a:extLst>
            </p:cNvPr>
            <p:cNvGrpSpPr/>
            <p:nvPr/>
          </p:nvGrpSpPr>
          <p:grpSpPr>
            <a:xfrm>
              <a:off x="588280" y="4109913"/>
              <a:ext cx="11015440" cy="2332881"/>
              <a:chOff x="810844" y="3146352"/>
              <a:chExt cx="11015440" cy="2332881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BC298A86-ECCB-49D9-7DBE-51B2E9C828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0844" y="3146352"/>
                <a:ext cx="2895109" cy="2332881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271A0E5C-91E1-728C-3656-3E477B30E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4707" y="3146352"/>
                <a:ext cx="3100843" cy="2329509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E8EA888-2814-D192-8BD4-2AB17E517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24304" y="3146353"/>
                <a:ext cx="3701980" cy="2329508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8B7FE7-A1E4-002E-E47B-08FEF33D19B7}"/>
                </a:ext>
              </a:extLst>
            </p:cNvPr>
            <p:cNvSpPr txBox="1"/>
            <p:nvPr/>
          </p:nvSpPr>
          <p:spPr>
            <a:xfrm>
              <a:off x="8676097" y="3691391"/>
              <a:ext cx="2153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Contour</a:t>
              </a:r>
              <a:endParaRPr lang="ko-KR" alt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76BFBC-6179-3B17-EDB1-855412C3FD07}"/>
                </a:ext>
              </a:extLst>
            </p:cNvPr>
            <p:cNvSpPr txBox="1"/>
            <p:nvPr/>
          </p:nvSpPr>
          <p:spPr>
            <a:xfrm>
              <a:off x="959201" y="3691391"/>
              <a:ext cx="2153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Upper Surface</a:t>
              </a:r>
              <a:endParaRPr lang="ko-KR" alt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5A397E-E841-8EB2-FF84-65AA0564CB81}"/>
                </a:ext>
              </a:extLst>
            </p:cNvPr>
            <p:cNvSpPr txBox="1"/>
            <p:nvPr/>
          </p:nvSpPr>
          <p:spPr>
            <a:xfrm>
              <a:off x="4615931" y="3691391"/>
              <a:ext cx="2153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Lower Surface</a:t>
              </a:r>
              <a:endParaRPr lang="ko-KR" altLang="en-US" b="1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EFCEBFF-F9F1-91B4-8CEA-42B10CA59012}"/>
              </a:ext>
            </a:extLst>
          </p:cNvPr>
          <p:cNvSpPr txBox="1"/>
          <p:nvPr/>
        </p:nvSpPr>
        <p:spPr>
          <a:xfrm>
            <a:off x="367882" y="5986039"/>
            <a:ext cx="11071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</a:t>
            </a:r>
            <a:r>
              <a:rPr lang="ko-KR" altLang="en-US" sz="1200" dirty="0"/>
              <a:t>위 결과를 통해 </a:t>
            </a:r>
            <a:r>
              <a:rPr lang="ko-KR" altLang="en-US" sz="1200" dirty="0" err="1"/>
              <a:t>호버링</a:t>
            </a:r>
            <a:r>
              <a:rPr lang="ko-KR" altLang="en-US" sz="1200" dirty="0"/>
              <a:t> 과정에서 블레이드의 상부가 속도가 더 빠르며</a:t>
            </a:r>
            <a:r>
              <a:rPr lang="en-US" altLang="ko-KR" sz="1200" dirty="0"/>
              <a:t>,</a:t>
            </a:r>
            <a:r>
              <a:rPr lang="ko-KR" altLang="en-US" sz="1200" dirty="0"/>
              <a:t> 하부보다 상대적으로 저압인 것을 알 수 있음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8815DC-867F-2597-B1D4-A0AD798C5B1E}"/>
              </a:ext>
            </a:extLst>
          </p:cNvPr>
          <p:cNvSpPr txBox="1"/>
          <p:nvPr/>
        </p:nvSpPr>
        <p:spPr>
          <a:xfrm>
            <a:off x="6096000" y="326418"/>
            <a:ext cx="61451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GRID_MOVEMENT= ROTATING_FRAME</a:t>
            </a:r>
          </a:p>
          <a:p>
            <a:r>
              <a:rPr lang="en-US" altLang="ko-KR" dirty="0"/>
              <a:t>MACH_MOTION= 0.877</a:t>
            </a:r>
          </a:p>
          <a:p>
            <a:r>
              <a:rPr lang="en-US" altLang="ko-KR" dirty="0"/>
              <a:t>MOTION_ORIGIN= 0.0 0.0 0.0</a:t>
            </a:r>
          </a:p>
          <a:p>
            <a:r>
              <a:rPr lang="en-US" altLang="ko-KR" dirty="0"/>
              <a:t>ROTATION_RATE = 261.79938779914943 0.0 0.0% </a:t>
            </a:r>
          </a:p>
          <a:p>
            <a:r>
              <a:rPr lang="en-US" altLang="ko-KR" dirty="0"/>
              <a:t>1250 RPM -&gt; 130.89969389957471% </a:t>
            </a:r>
          </a:p>
          <a:p>
            <a:r>
              <a:rPr lang="en-US" altLang="ko-KR" dirty="0"/>
              <a:t>2500 RPM -&gt; 261.79938779914943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032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962CA-CF6E-45C2-1A21-243F5A60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77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23F4-6966-D5CD-E9F8-C09563C2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07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230</Words>
  <Application>Microsoft Office PowerPoint</Application>
  <PresentationFormat>와이드스크린</PresentationFormat>
  <Paragraphs>49</Paragraphs>
  <Slides>6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벼리 김</dc:creator>
  <cp:lastModifiedBy>벼리 김</cp:lastModifiedBy>
  <cp:revision>1</cp:revision>
  <dcterms:created xsi:type="dcterms:W3CDTF">2025-11-06T02:59:02Z</dcterms:created>
  <dcterms:modified xsi:type="dcterms:W3CDTF">2025-11-06T03:43:07Z</dcterms:modified>
</cp:coreProperties>
</file>