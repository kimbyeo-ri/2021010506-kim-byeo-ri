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8" r:id="rId4"/>
    <p:sldId id="259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nga\OneDrive\&#48148;&#53461;%20&#54868;&#47732;\13\4412%20surfac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'4412 surface'!$C$1</c:f>
              <c:strCache>
                <c:ptCount val="1"/>
                <c:pt idx="0">
                  <c:v>Pressure_Coefficient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'4412 surface'!$B$2:$B$513</c:f>
              <c:numCache>
                <c:formatCode>General</c:formatCode>
                <c:ptCount val="512"/>
                <c:pt idx="0">
                  <c:v>1</c:v>
                </c:pt>
                <c:pt idx="1">
                  <c:v>0.99798299999999995</c:v>
                </c:pt>
                <c:pt idx="2">
                  <c:v>0.99592000000000003</c:v>
                </c:pt>
                <c:pt idx="3">
                  <c:v>0.99380999999999997</c:v>
                </c:pt>
                <c:pt idx="4">
                  <c:v>0.99165000000000003</c:v>
                </c:pt>
                <c:pt idx="5">
                  <c:v>0.98943999999999999</c:v>
                </c:pt>
                <c:pt idx="6">
                  <c:v>0.987178</c:v>
                </c:pt>
                <c:pt idx="7">
                  <c:v>0.98486099999999999</c:v>
                </c:pt>
                <c:pt idx="8">
                  <c:v>0.98248899999999995</c:v>
                </c:pt>
                <c:pt idx="9">
                  <c:v>0.98005900000000001</c:v>
                </c:pt>
                <c:pt idx="10">
                  <c:v>0.97757000000000005</c:v>
                </c:pt>
                <c:pt idx="11">
                  <c:v>0.97501899999999997</c:v>
                </c:pt>
                <c:pt idx="12">
                  <c:v>0.97240400000000005</c:v>
                </c:pt>
                <c:pt idx="13">
                  <c:v>0.969723</c:v>
                </c:pt>
                <c:pt idx="14">
                  <c:v>0.96697299999999997</c:v>
                </c:pt>
                <c:pt idx="15">
                  <c:v>0.96415300000000004</c:v>
                </c:pt>
                <c:pt idx="16">
                  <c:v>0.96125899999999997</c:v>
                </c:pt>
                <c:pt idx="17">
                  <c:v>0.95828999999999998</c:v>
                </c:pt>
                <c:pt idx="18">
                  <c:v>0.95524100000000001</c:v>
                </c:pt>
                <c:pt idx="19">
                  <c:v>0.95211000000000001</c:v>
                </c:pt>
                <c:pt idx="20">
                  <c:v>0.94889400000000002</c:v>
                </c:pt>
                <c:pt idx="21">
                  <c:v>0.94559000000000004</c:v>
                </c:pt>
                <c:pt idx="22">
                  <c:v>0.94219399999999998</c:v>
                </c:pt>
                <c:pt idx="23">
                  <c:v>0.93870299999999995</c:v>
                </c:pt>
                <c:pt idx="24">
                  <c:v>0.93511200000000005</c:v>
                </c:pt>
                <c:pt idx="25">
                  <c:v>0.93141799999999997</c:v>
                </c:pt>
                <c:pt idx="26">
                  <c:v>0.92761700000000002</c:v>
                </c:pt>
                <c:pt idx="27">
                  <c:v>0.92370300000000005</c:v>
                </c:pt>
                <c:pt idx="28">
                  <c:v>0.91967200000000005</c:v>
                </c:pt>
                <c:pt idx="29">
                  <c:v>0.91552</c:v>
                </c:pt>
                <c:pt idx="30">
                  <c:v>0.91124000000000005</c:v>
                </c:pt>
                <c:pt idx="31">
                  <c:v>0.90682799999999997</c:v>
                </c:pt>
                <c:pt idx="32">
                  <c:v>0.90227599999999997</c:v>
                </c:pt>
                <c:pt idx="33">
                  <c:v>0.89758000000000004</c:v>
                </c:pt>
                <c:pt idx="34">
                  <c:v>0.89273100000000005</c:v>
                </c:pt>
                <c:pt idx="35">
                  <c:v>0.88772399999999996</c:v>
                </c:pt>
                <c:pt idx="36">
                  <c:v>0.88254999999999995</c:v>
                </c:pt>
                <c:pt idx="37">
                  <c:v>0.87720100000000001</c:v>
                </c:pt>
                <c:pt idx="38">
                  <c:v>0.87166900000000003</c:v>
                </c:pt>
                <c:pt idx="39">
                  <c:v>0.86594499999999996</c:v>
                </c:pt>
                <c:pt idx="40">
                  <c:v>0.86001799999999995</c:v>
                </c:pt>
                <c:pt idx="41">
                  <c:v>0.85387800000000003</c:v>
                </c:pt>
                <c:pt idx="42">
                  <c:v>0.84751399999999999</c:v>
                </c:pt>
                <c:pt idx="43">
                  <c:v>0.84091400000000005</c:v>
                </c:pt>
                <c:pt idx="44">
                  <c:v>0.83406599999999997</c:v>
                </c:pt>
                <c:pt idx="45">
                  <c:v>0.82695399999999997</c:v>
                </c:pt>
                <c:pt idx="46">
                  <c:v>0.81956399999999996</c:v>
                </c:pt>
                <c:pt idx="47">
                  <c:v>0.81188099999999996</c:v>
                </c:pt>
                <c:pt idx="48">
                  <c:v>0.80388599999999999</c:v>
                </c:pt>
                <c:pt idx="49">
                  <c:v>0.79556199999999999</c:v>
                </c:pt>
                <c:pt idx="50">
                  <c:v>0.786887</c:v>
                </c:pt>
                <c:pt idx="51">
                  <c:v>0.77783999999999998</c:v>
                </c:pt>
                <c:pt idx="52">
                  <c:v>0.768397</c:v>
                </c:pt>
                <c:pt idx="53">
                  <c:v>0.75853300000000001</c:v>
                </c:pt>
                <c:pt idx="54">
                  <c:v>0.74821800000000005</c:v>
                </c:pt>
                <c:pt idx="55">
                  <c:v>0.73742300000000005</c:v>
                </c:pt>
                <c:pt idx="56">
                  <c:v>0.72611300000000001</c:v>
                </c:pt>
                <c:pt idx="57">
                  <c:v>0.714252</c:v>
                </c:pt>
                <c:pt idx="58">
                  <c:v>0.70179999999999998</c:v>
                </c:pt>
                <c:pt idx="59">
                  <c:v>0.68871099999999996</c:v>
                </c:pt>
                <c:pt idx="60">
                  <c:v>0.67493700000000001</c:v>
                </c:pt>
                <c:pt idx="61">
                  <c:v>0.66042299999999998</c:v>
                </c:pt>
                <c:pt idx="62">
                  <c:v>0.64510999999999996</c:v>
                </c:pt>
                <c:pt idx="63">
                  <c:v>0.62893100000000002</c:v>
                </c:pt>
                <c:pt idx="64">
                  <c:v>0.61180999999999996</c:v>
                </c:pt>
                <c:pt idx="65">
                  <c:v>0.593665</c:v>
                </c:pt>
                <c:pt idx="66">
                  <c:v>0.574403</c:v>
                </c:pt>
                <c:pt idx="67">
                  <c:v>0.55391699999999999</c:v>
                </c:pt>
                <c:pt idx="68">
                  <c:v>0.53208900000000003</c:v>
                </c:pt>
                <c:pt idx="69">
                  <c:v>0.50878500000000004</c:v>
                </c:pt>
                <c:pt idx="70">
                  <c:v>0.48384899999999997</c:v>
                </c:pt>
                <c:pt idx="71">
                  <c:v>0.45710699999999999</c:v>
                </c:pt>
                <c:pt idx="72">
                  <c:v>0.42835499999999999</c:v>
                </c:pt>
                <c:pt idx="73">
                  <c:v>0.39735999999999999</c:v>
                </c:pt>
                <c:pt idx="74">
                  <c:v>0.36385800000000001</c:v>
                </c:pt>
                <c:pt idx="75">
                  <c:v>0.32753599999999999</c:v>
                </c:pt>
                <c:pt idx="76">
                  <c:v>0.29160700000000001</c:v>
                </c:pt>
                <c:pt idx="77">
                  <c:v>0.259488</c:v>
                </c:pt>
                <c:pt idx="78">
                  <c:v>0.230772</c:v>
                </c:pt>
                <c:pt idx="79">
                  <c:v>0.205096</c:v>
                </c:pt>
                <c:pt idx="80">
                  <c:v>0.18213699999999999</c:v>
                </c:pt>
                <c:pt idx="81">
                  <c:v>0.161606</c:v>
                </c:pt>
                <c:pt idx="82">
                  <c:v>0.14324799999999999</c:v>
                </c:pt>
                <c:pt idx="83">
                  <c:v>0.126834</c:v>
                </c:pt>
                <c:pt idx="84">
                  <c:v>0.112161</c:v>
                </c:pt>
                <c:pt idx="85">
                  <c:v>9.9046400000000007E-2</c:v>
                </c:pt>
                <c:pt idx="86">
                  <c:v>8.7328299999999998E-2</c:v>
                </c:pt>
                <c:pt idx="87">
                  <c:v>7.6861799999999994E-2</c:v>
                </c:pt>
                <c:pt idx="88">
                  <c:v>6.7517900000000006E-2</c:v>
                </c:pt>
                <c:pt idx="89">
                  <c:v>5.9180999999999997E-2</c:v>
                </c:pt>
                <c:pt idx="90">
                  <c:v>5.1748099999999998E-2</c:v>
                </c:pt>
                <c:pt idx="91">
                  <c:v>4.5127199999999999E-2</c:v>
                </c:pt>
                <c:pt idx="92">
                  <c:v>3.9236300000000002E-2</c:v>
                </c:pt>
                <c:pt idx="93">
                  <c:v>3.4001900000000002E-2</c:v>
                </c:pt>
                <c:pt idx="94">
                  <c:v>2.9358599999999999E-2</c:v>
                </c:pt>
                <c:pt idx="95">
                  <c:v>2.5248E-2</c:v>
                </c:pt>
                <c:pt idx="96">
                  <c:v>2.1617899999999999E-2</c:v>
                </c:pt>
                <c:pt idx="97">
                  <c:v>1.84216E-2</c:v>
                </c:pt>
                <c:pt idx="98">
                  <c:v>1.5617000000000001E-2</c:v>
                </c:pt>
                <c:pt idx="99">
                  <c:v>1.3166300000000001E-2</c:v>
                </c:pt>
                <c:pt idx="100">
                  <c:v>1.1035100000000001E-2</c:v>
                </c:pt>
                <c:pt idx="101">
                  <c:v>9.1918999999999994E-3</c:v>
                </c:pt>
                <c:pt idx="102">
                  <c:v>7.6074899999999997E-3</c:v>
                </c:pt>
                <c:pt idx="103">
                  <c:v>6.25459E-3</c:v>
                </c:pt>
                <c:pt idx="104">
                  <c:v>5.1074299999999996E-3</c:v>
                </c:pt>
                <c:pt idx="105">
                  <c:v>4.14169E-3</c:v>
                </c:pt>
                <c:pt idx="106">
                  <c:v>3.33432E-3</c:v>
                </c:pt>
                <c:pt idx="107">
                  <c:v>2.66381E-3</c:v>
                </c:pt>
                <c:pt idx="108">
                  <c:v>2.11027E-3</c:v>
                </c:pt>
                <c:pt idx="109">
                  <c:v>1.65565E-3</c:v>
                </c:pt>
                <c:pt idx="110">
                  <c:v>1.28381E-3</c:v>
                </c:pt>
                <c:pt idx="111">
                  <c:v>9.8066199999999998E-4</c:v>
                </c:pt>
                <c:pt idx="112">
                  <c:v>7.3416400000000004E-4</c:v>
                </c:pt>
                <c:pt idx="113">
                  <c:v>5.3398300000000003E-4</c:v>
                </c:pt>
                <c:pt idx="114">
                  <c:v>3.7152600000000001E-4</c:v>
                </c:pt>
                <c:pt idx="115">
                  <c:v>2.3969700000000001E-4</c:v>
                </c:pt>
                <c:pt idx="116">
                  <c:v>1.32712E-4</c:v>
                </c:pt>
                <c:pt idx="117" formatCode="0.00E+00">
                  <c:v>4.5757999999999998E-5</c:v>
                </c:pt>
                <c:pt idx="118" formatCode="0.00E+00">
                  <c:v>-2.50135E-5</c:v>
                </c:pt>
                <c:pt idx="119" formatCode="0.00E+00">
                  <c:v>-8.2648800000000001E-5</c:v>
                </c:pt>
                <c:pt idx="120">
                  <c:v>-1.2966799999999999E-4</c:v>
                </c:pt>
                <c:pt idx="121">
                  <c:v>-1.6800300000000001E-4</c:v>
                </c:pt>
                <c:pt idx="122">
                  <c:v>-1.9926199999999999E-4</c:v>
                </c:pt>
                <c:pt idx="123">
                  <c:v>-2.24732E-4</c:v>
                </c:pt>
                <c:pt idx="124">
                  <c:v>-2.454E-4</c:v>
                </c:pt>
                <c:pt idx="125">
                  <c:v>-2.6201399999999998E-4</c:v>
                </c:pt>
                <c:pt idx="126">
                  <c:v>-2.7520600000000001E-4</c:v>
                </c:pt>
                <c:pt idx="127">
                  <c:v>-2.854E-4</c:v>
                </c:pt>
                <c:pt idx="128">
                  <c:v>-2.9283999999999999E-4</c:v>
                </c:pt>
                <c:pt idx="129">
                  <c:v>-2.97702E-4</c:v>
                </c:pt>
                <c:pt idx="130">
                  <c:v>-3.0001600000000001E-4</c:v>
                </c:pt>
                <c:pt idx="131">
                  <c:v>-2.9967900000000002E-4</c:v>
                </c:pt>
                <c:pt idx="132">
                  <c:v>-2.9646300000000001E-4</c:v>
                </c:pt>
                <c:pt idx="133">
                  <c:v>-2.9001E-4</c:v>
                </c:pt>
                <c:pt idx="134">
                  <c:v>-2.7978399999999999E-4</c:v>
                </c:pt>
                <c:pt idx="135">
                  <c:v>-2.6507400000000002E-4</c:v>
                </c:pt>
                <c:pt idx="136">
                  <c:v>-2.4499599999999998E-4</c:v>
                </c:pt>
                <c:pt idx="137">
                  <c:v>-2.1839099999999999E-4</c:v>
                </c:pt>
                <c:pt idx="138">
                  <c:v>-1.83828E-4</c:v>
                </c:pt>
                <c:pt idx="139">
                  <c:v>-1.3941299999999999E-4</c:v>
                </c:pt>
                <c:pt idx="140" formatCode="0.00E+00">
                  <c:v>-8.30134E-5</c:v>
                </c:pt>
                <c:pt idx="141" formatCode="0.00E+00">
                  <c:v>-1.1817299999999999E-5</c:v>
                </c:pt>
                <c:pt idx="142" formatCode="0.00E+00">
                  <c:v>7.7417799999999996E-5</c:v>
                </c:pt>
                <c:pt idx="143">
                  <c:v>1.8874399999999999E-4</c:v>
                </c:pt>
                <c:pt idx="144">
                  <c:v>3.2692000000000002E-4</c:v>
                </c:pt>
                <c:pt idx="145">
                  <c:v>4.9769899999999999E-4</c:v>
                </c:pt>
                <c:pt idx="146">
                  <c:v>7.0784199999999998E-4</c:v>
                </c:pt>
                <c:pt idx="147">
                  <c:v>9.6521400000000005E-4</c:v>
                </c:pt>
                <c:pt idx="148">
                  <c:v>1.27896E-3</c:v>
                </c:pt>
                <c:pt idx="149">
                  <c:v>1.6596899999999999E-3</c:v>
                </c:pt>
                <c:pt idx="150">
                  <c:v>2.1193499999999999E-3</c:v>
                </c:pt>
                <c:pt idx="151">
                  <c:v>2.6715300000000001E-3</c:v>
                </c:pt>
                <c:pt idx="152">
                  <c:v>3.3314600000000001E-3</c:v>
                </c:pt>
                <c:pt idx="153">
                  <c:v>4.1159999999999999E-3</c:v>
                </c:pt>
                <c:pt idx="154">
                  <c:v>5.0439200000000003E-3</c:v>
                </c:pt>
                <c:pt idx="155">
                  <c:v>6.13584E-3</c:v>
                </c:pt>
                <c:pt idx="156">
                  <c:v>7.4144500000000004E-3</c:v>
                </c:pt>
                <c:pt idx="157">
                  <c:v>8.9047199999999996E-3</c:v>
                </c:pt>
                <c:pt idx="158">
                  <c:v>1.0633999999999999E-2</c:v>
                </c:pt>
                <c:pt idx="159">
                  <c:v>1.26325E-2</c:v>
                </c:pt>
                <c:pt idx="160">
                  <c:v>1.4933500000000001E-2</c:v>
                </c:pt>
                <c:pt idx="161">
                  <c:v>1.7573800000000001E-2</c:v>
                </c:pt>
                <c:pt idx="162">
                  <c:v>2.0594100000000001E-2</c:v>
                </c:pt>
                <c:pt idx="163">
                  <c:v>2.4039600000000001E-2</c:v>
                </c:pt>
                <c:pt idx="164">
                  <c:v>2.7960599999999999E-2</c:v>
                </c:pt>
                <c:pt idx="165">
                  <c:v>3.2412999999999997E-2</c:v>
                </c:pt>
                <c:pt idx="166">
                  <c:v>3.7459300000000001E-2</c:v>
                </c:pt>
                <c:pt idx="167">
                  <c:v>4.3168900000000003E-2</c:v>
                </c:pt>
                <c:pt idx="168">
                  <c:v>4.96196E-2</c:v>
                </c:pt>
                <c:pt idx="169">
                  <c:v>5.6897900000000001E-2</c:v>
                </c:pt>
                <c:pt idx="170">
                  <c:v>6.5100599999999995E-2</c:v>
                </c:pt>
                <c:pt idx="171">
                  <c:v>7.4335700000000005E-2</c:v>
                </c:pt>
                <c:pt idx="172">
                  <c:v>8.4723699999999999E-2</c:v>
                </c:pt>
                <c:pt idx="173">
                  <c:v>9.6398899999999996E-2</c:v>
                </c:pt>
                <c:pt idx="174">
                  <c:v>0.109511</c:v>
                </c:pt>
                <c:pt idx="175">
                  <c:v>0.12422800000000001</c:v>
                </c:pt>
                <c:pt idx="176">
                  <c:v>0.140733</c:v>
                </c:pt>
                <c:pt idx="177">
                  <c:v>0.15923399999999999</c:v>
                </c:pt>
                <c:pt idx="178">
                  <c:v>0.17995900000000001</c:v>
                </c:pt>
                <c:pt idx="179">
                  <c:v>0.20316000000000001</c:v>
                </c:pt>
                <c:pt idx="180">
                  <c:v>0.22911599999999999</c:v>
                </c:pt>
                <c:pt idx="181">
                  <c:v>0.25813399999999997</c:v>
                </c:pt>
                <c:pt idx="182">
                  <c:v>0.290549</c:v>
                </c:pt>
                <c:pt idx="183">
                  <c:v>0.32672800000000002</c:v>
                </c:pt>
                <c:pt idx="184">
                  <c:v>0.36706699999999998</c:v>
                </c:pt>
                <c:pt idx="185">
                  <c:v>0.40744999999999998</c:v>
                </c:pt>
                <c:pt idx="186">
                  <c:v>0.44391599999999998</c:v>
                </c:pt>
                <c:pt idx="187">
                  <c:v>0.47700399999999998</c:v>
                </c:pt>
                <c:pt idx="188">
                  <c:v>0.50716099999999997</c:v>
                </c:pt>
                <c:pt idx="189">
                  <c:v>0.53475600000000001</c:v>
                </c:pt>
                <c:pt idx="190">
                  <c:v>0.56010400000000005</c:v>
                </c:pt>
                <c:pt idx="191">
                  <c:v>0.58346699999999996</c:v>
                </c:pt>
                <c:pt idx="192">
                  <c:v>0.60507</c:v>
                </c:pt>
                <c:pt idx="193">
                  <c:v>0.62510600000000005</c:v>
                </c:pt>
                <c:pt idx="194">
                  <c:v>0.64373899999999995</c:v>
                </c:pt>
                <c:pt idx="195">
                  <c:v>0.66111200000000003</c:v>
                </c:pt>
                <c:pt idx="196">
                  <c:v>0.67735000000000001</c:v>
                </c:pt>
                <c:pt idx="197">
                  <c:v>0.69256099999999998</c:v>
                </c:pt>
                <c:pt idx="198">
                  <c:v>0.70684000000000002</c:v>
                </c:pt>
                <c:pt idx="199">
                  <c:v>0.72027099999999999</c:v>
                </c:pt>
                <c:pt idx="200">
                  <c:v>0.73292800000000002</c:v>
                </c:pt>
                <c:pt idx="201">
                  <c:v>0.74487700000000001</c:v>
                </c:pt>
                <c:pt idx="202">
                  <c:v>0.75617599999999996</c:v>
                </c:pt>
                <c:pt idx="203">
                  <c:v>0.76687700000000003</c:v>
                </c:pt>
                <c:pt idx="204">
                  <c:v>0.77702700000000002</c:v>
                </c:pt>
                <c:pt idx="205">
                  <c:v>0.78666800000000003</c:v>
                </c:pt>
                <c:pt idx="206">
                  <c:v>0.79583899999999996</c:v>
                </c:pt>
                <c:pt idx="207">
                  <c:v>0.80457199999999995</c:v>
                </c:pt>
                <c:pt idx="208">
                  <c:v>0.81289999999999996</c:v>
                </c:pt>
                <c:pt idx="209">
                  <c:v>0.820851</c:v>
                </c:pt>
                <c:pt idx="210">
                  <c:v>0.82844899999999999</c:v>
                </c:pt>
                <c:pt idx="211">
                  <c:v>0.83571799999999996</c:v>
                </c:pt>
                <c:pt idx="212">
                  <c:v>0.84268100000000001</c:v>
                </c:pt>
                <c:pt idx="213">
                  <c:v>0.84935499999999997</c:v>
                </c:pt>
                <c:pt idx="214">
                  <c:v>0.85575900000000005</c:v>
                </c:pt>
                <c:pt idx="215">
                  <c:v>0.86190999999999995</c:v>
                </c:pt>
                <c:pt idx="216">
                  <c:v>0.86782300000000001</c:v>
                </c:pt>
                <c:pt idx="217">
                  <c:v>0.87351100000000004</c:v>
                </c:pt>
                <c:pt idx="218">
                  <c:v>0.87898799999999999</c:v>
                </c:pt>
                <c:pt idx="219">
                  <c:v>0.88426499999999997</c:v>
                </c:pt>
                <c:pt idx="220">
                  <c:v>0.88935399999999998</c:v>
                </c:pt>
                <c:pt idx="221">
                  <c:v>0.89426499999999998</c:v>
                </c:pt>
                <c:pt idx="222">
                  <c:v>0.899007</c:v>
                </c:pt>
                <c:pt idx="223">
                  <c:v>0.90358899999999998</c:v>
                </c:pt>
                <c:pt idx="224">
                  <c:v>0.90801900000000002</c:v>
                </c:pt>
                <c:pt idx="225">
                  <c:v>0.91230599999999995</c:v>
                </c:pt>
                <c:pt idx="226">
                  <c:v>0.91645600000000005</c:v>
                </c:pt>
                <c:pt idx="227">
                  <c:v>0.92047599999999996</c:v>
                </c:pt>
                <c:pt idx="228">
                  <c:v>0.92437199999999997</c:v>
                </c:pt>
                <c:pt idx="229">
                  <c:v>0.92815099999999995</c:v>
                </c:pt>
                <c:pt idx="230">
                  <c:v>0.93181700000000001</c:v>
                </c:pt>
                <c:pt idx="231">
                  <c:v>0.93537599999999999</c:v>
                </c:pt>
                <c:pt idx="232">
                  <c:v>0.93883300000000003</c:v>
                </c:pt>
                <c:pt idx="233">
                  <c:v>0.94219200000000003</c:v>
                </c:pt>
                <c:pt idx="234">
                  <c:v>0.94545800000000002</c:v>
                </c:pt>
                <c:pt idx="235">
                  <c:v>0.94863399999999998</c:v>
                </c:pt>
                <c:pt idx="236">
                  <c:v>0.95172500000000004</c:v>
                </c:pt>
                <c:pt idx="237">
                  <c:v>0.954735</c:v>
                </c:pt>
                <c:pt idx="238">
                  <c:v>0.95766600000000002</c:v>
                </c:pt>
                <c:pt idx="239">
                  <c:v>0.96052099999999996</c:v>
                </c:pt>
                <c:pt idx="240">
                  <c:v>0.96330499999999997</c:v>
                </c:pt>
                <c:pt idx="241">
                  <c:v>0.96601899999999996</c:v>
                </c:pt>
                <c:pt idx="242">
                  <c:v>0.96866699999999994</c:v>
                </c:pt>
                <c:pt idx="243">
                  <c:v>0.97125099999999998</c:v>
                </c:pt>
                <c:pt idx="244">
                  <c:v>0.973773</c:v>
                </c:pt>
                <c:pt idx="245">
                  <c:v>0.97623700000000002</c:v>
                </c:pt>
                <c:pt idx="246">
                  <c:v>0.97864300000000004</c:v>
                </c:pt>
                <c:pt idx="247">
                  <c:v>0.98099499999999995</c:v>
                </c:pt>
                <c:pt idx="248">
                  <c:v>0.983294</c:v>
                </c:pt>
                <c:pt idx="249">
                  <c:v>0.98554200000000003</c:v>
                </c:pt>
                <c:pt idx="250">
                  <c:v>0.98774099999999998</c:v>
                </c:pt>
                <c:pt idx="251">
                  <c:v>0.98989300000000002</c:v>
                </c:pt>
                <c:pt idx="252">
                  <c:v>0.99199999999999999</c:v>
                </c:pt>
                <c:pt idx="253">
                  <c:v>0.994062</c:v>
                </c:pt>
                <c:pt idx="254">
                  <c:v>0.99608200000000002</c:v>
                </c:pt>
                <c:pt idx="255">
                  <c:v>0.99806099999999998</c:v>
                </c:pt>
                <c:pt idx="256">
                  <c:v>1</c:v>
                </c:pt>
                <c:pt idx="257">
                  <c:v>0.99798299999999995</c:v>
                </c:pt>
                <c:pt idx="258">
                  <c:v>0.99592000000000003</c:v>
                </c:pt>
                <c:pt idx="259">
                  <c:v>0.99380999999999997</c:v>
                </c:pt>
                <c:pt idx="260">
                  <c:v>0.99165000000000003</c:v>
                </c:pt>
                <c:pt idx="261">
                  <c:v>0.98943999999999999</c:v>
                </c:pt>
                <c:pt idx="262">
                  <c:v>0.987178</c:v>
                </c:pt>
                <c:pt idx="263">
                  <c:v>0.98486099999999999</c:v>
                </c:pt>
                <c:pt idx="264">
                  <c:v>0.98248899999999995</c:v>
                </c:pt>
                <c:pt idx="265">
                  <c:v>0.98005900000000001</c:v>
                </c:pt>
                <c:pt idx="266">
                  <c:v>0.97757000000000005</c:v>
                </c:pt>
                <c:pt idx="267">
                  <c:v>0.97501899999999997</c:v>
                </c:pt>
                <c:pt idx="268">
                  <c:v>0.97240400000000005</c:v>
                </c:pt>
                <c:pt idx="269">
                  <c:v>0.969723</c:v>
                </c:pt>
                <c:pt idx="270">
                  <c:v>0.96697299999999997</c:v>
                </c:pt>
                <c:pt idx="271">
                  <c:v>0.96415300000000004</c:v>
                </c:pt>
                <c:pt idx="272">
                  <c:v>0.96125899999999997</c:v>
                </c:pt>
                <c:pt idx="273">
                  <c:v>0.95828999999999998</c:v>
                </c:pt>
                <c:pt idx="274">
                  <c:v>0.95524100000000001</c:v>
                </c:pt>
                <c:pt idx="275">
                  <c:v>0.95211000000000001</c:v>
                </c:pt>
                <c:pt idx="276">
                  <c:v>0.94889400000000002</c:v>
                </c:pt>
                <c:pt idx="277">
                  <c:v>0.94559000000000004</c:v>
                </c:pt>
                <c:pt idx="278">
                  <c:v>0.94219399999999998</c:v>
                </c:pt>
                <c:pt idx="279">
                  <c:v>0.93870299999999995</c:v>
                </c:pt>
                <c:pt idx="280">
                  <c:v>0.93511200000000005</c:v>
                </c:pt>
                <c:pt idx="281">
                  <c:v>0.93141799999999997</c:v>
                </c:pt>
                <c:pt idx="282">
                  <c:v>0.92761700000000002</c:v>
                </c:pt>
                <c:pt idx="283">
                  <c:v>0.92370300000000005</c:v>
                </c:pt>
                <c:pt idx="284">
                  <c:v>0.91967200000000005</c:v>
                </c:pt>
                <c:pt idx="285">
                  <c:v>0.91552</c:v>
                </c:pt>
                <c:pt idx="286">
                  <c:v>0.91124000000000005</c:v>
                </c:pt>
                <c:pt idx="287">
                  <c:v>0.90682799999999997</c:v>
                </c:pt>
                <c:pt idx="288">
                  <c:v>0.90227599999999997</c:v>
                </c:pt>
                <c:pt idx="289">
                  <c:v>0.89758000000000004</c:v>
                </c:pt>
                <c:pt idx="290">
                  <c:v>0.89273100000000005</c:v>
                </c:pt>
                <c:pt idx="291">
                  <c:v>0.88772399999999996</c:v>
                </c:pt>
                <c:pt idx="292">
                  <c:v>0.88254999999999995</c:v>
                </c:pt>
                <c:pt idx="293">
                  <c:v>0.87720100000000001</c:v>
                </c:pt>
                <c:pt idx="294">
                  <c:v>0.87166900000000003</c:v>
                </c:pt>
                <c:pt idx="295">
                  <c:v>0.86594499999999996</c:v>
                </c:pt>
                <c:pt idx="296">
                  <c:v>0.86001799999999995</c:v>
                </c:pt>
                <c:pt idx="297">
                  <c:v>0.85387800000000003</c:v>
                </c:pt>
                <c:pt idx="298">
                  <c:v>0.84751399999999999</c:v>
                </c:pt>
                <c:pt idx="299">
                  <c:v>0.84091400000000005</c:v>
                </c:pt>
                <c:pt idx="300">
                  <c:v>0.83406599999999997</c:v>
                </c:pt>
                <c:pt idx="301">
                  <c:v>0.82695399999999997</c:v>
                </c:pt>
                <c:pt idx="302">
                  <c:v>0.81956399999999996</c:v>
                </c:pt>
                <c:pt idx="303">
                  <c:v>0.81188099999999996</c:v>
                </c:pt>
                <c:pt idx="304">
                  <c:v>0.80388599999999999</c:v>
                </c:pt>
                <c:pt idx="305">
                  <c:v>0.79556199999999999</c:v>
                </c:pt>
                <c:pt idx="306">
                  <c:v>0.786887</c:v>
                </c:pt>
                <c:pt idx="307">
                  <c:v>0.77783999999999998</c:v>
                </c:pt>
                <c:pt idx="308">
                  <c:v>0.768397</c:v>
                </c:pt>
                <c:pt idx="309">
                  <c:v>0.75853300000000001</c:v>
                </c:pt>
                <c:pt idx="310">
                  <c:v>0.74821800000000005</c:v>
                </c:pt>
                <c:pt idx="311">
                  <c:v>0.73742300000000005</c:v>
                </c:pt>
                <c:pt idx="312">
                  <c:v>0.72611300000000001</c:v>
                </c:pt>
                <c:pt idx="313">
                  <c:v>0.714252</c:v>
                </c:pt>
                <c:pt idx="314">
                  <c:v>0.70179999999999998</c:v>
                </c:pt>
                <c:pt idx="315">
                  <c:v>0.68871099999999996</c:v>
                </c:pt>
                <c:pt idx="316">
                  <c:v>0.67493700000000001</c:v>
                </c:pt>
                <c:pt idx="317">
                  <c:v>0.66042299999999998</c:v>
                </c:pt>
                <c:pt idx="318">
                  <c:v>0.64510999999999996</c:v>
                </c:pt>
                <c:pt idx="319">
                  <c:v>0.62893100000000002</c:v>
                </c:pt>
                <c:pt idx="320">
                  <c:v>0.61180999999999996</c:v>
                </c:pt>
                <c:pt idx="321">
                  <c:v>0.593665</c:v>
                </c:pt>
                <c:pt idx="322">
                  <c:v>0.574403</c:v>
                </c:pt>
                <c:pt idx="323">
                  <c:v>0.55391699999999999</c:v>
                </c:pt>
                <c:pt idx="324">
                  <c:v>0.53208900000000003</c:v>
                </c:pt>
                <c:pt idx="325">
                  <c:v>0.50878500000000004</c:v>
                </c:pt>
                <c:pt idx="326">
                  <c:v>0.48384899999999997</c:v>
                </c:pt>
                <c:pt idx="327">
                  <c:v>0.45710699999999999</c:v>
                </c:pt>
                <c:pt idx="328">
                  <c:v>0.42835499999999999</c:v>
                </c:pt>
                <c:pt idx="329">
                  <c:v>0.39735999999999999</c:v>
                </c:pt>
                <c:pt idx="330">
                  <c:v>0.36385800000000001</c:v>
                </c:pt>
                <c:pt idx="331">
                  <c:v>0.32753599999999999</c:v>
                </c:pt>
                <c:pt idx="332">
                  <c:v>0.29160700000000001</c:v>
                </c:pt>
                <c:pt idx="333">
                  <c:v>0.259488</c:v>
                </c:pt>
                <c:pt idx="334">
                  <c:v>0.230772</c:v>
                </c:pt>
                <c:pt idx="335">
                  <c:v>0.205096</c:v>
                </c:pt>
                <c:pt idx="336">
                  <c:v>0.18213699999999999</c:v>
                </c:pt>
                <c:pt idx="337">
                  <c:v>0.161606</c:v>
                </c:pt>
                <c:pt idx="338">
                  <c:v>0.14324799999999999</c:v>
                </c:pt>
                <c:pt idx="339">
                  <c:v>0.126834</c:v>
                </c:pt>
                <c:pt idx="340">
                  <c:v>0.112161</c:v>
                </c:pt>
                <c:pt idx="341">
                  <c:v>9.9046400000000007E-2</c:v>
                </c:pt>
                <c:pt idx="342">
                  <c:v>8.7328299999999998E-2</c:v>
                </c:pt>
                <c:pt idx="343">
                  <c:v>7.6861799999999994E-2</c:v>
                </c:pt>
                <c:pt idx="344">
                  <c:v>6.7517900000000006E-2</c:v>
                </c:pt>
                <c:pt idx="345">
                  <c:v>5.9180999999999997E-2</c:v>
                </c:pt>
                <c:pt idx="346">
                  <c:v>5.1748099999999998E-2</c:v>
                </c:pt>
                <c:pt idx="347">
                  <c:v>4.5127199999999999E-2</c:v>
                </c:pt>
                <c:pt idx="348">
                  <c:v>3.9236300000000002E-2</c:v>
                </c:pt>
                <c:pt idx="349">
                  <c:v>3.4001900000000002E-2</c:v>
                </c:pt>
                <c:pt idx="350">
                  <c:v>2.9358599999999999E-2</c:v>
                </c:pt>
                <c:pt idx="351">
                  <c:v>2.5248E-2</c:v>
                </c:pt>
                <c:pt idx="352">
                  <c:v>2.1617899999999999E-2</c:v>
                </c:pt>
                <c:pt idx="353">
                  <c:v>1.84216E-2</c:v>
                </c:pt>
                <c:pt idx="354">
                  <c:v>1.5617000000000001E-2</c:v>
                </c:pt>
                <c:pt idx="355">
                  <c:v>1.3166300000000001E-2</c:v>
                </c:pt>
                <c:pt idx="356">
                  <c:v>1.1035100000000001E-2</c:v>
                </c:pt>
                <c:pt idx="357">
                  <c:v>9.1918999999999994E-3</c:v>
                </c:pt>
                <c:pt idx="358">
                  <c:v>7.6074899999999997E-3</c:v>
                </c:pt>
                <c:pt idx="359">
                  <c:v>6.25459E-3</c:v>
                </c:pt>
                <c:pt idx="360">
                  <c:v>5.1074299999999996E-3</c:v>
                </c:pt>
                <c:pt idx="361">
                  <c:v>4.14169E-3</c:v>
                </c:pt>
                <c:pt idx="362">
                  <c:v>3.33432E-3</c:v>
                </c:pt>
                <c:pt idx="363">
                  <c:v>2.66381E-3</c:v>
                </c:pt>
                <c:pt idx="364">
                  <c:v>2.11027E-3</c:v>
                </c:pt>
                <c:pt idx="365">
                  <c:v>1.65565E-3</c:v>
                </c:pt>
                <c:pt idx="366">
                  <c:v>1.28381E-3</c:v>
                </c:pt>
                <c:pt idx="367">
                  <c:v>9.8066199999999998E-4</c:v>
                </c:pt>
                <c:pt idx="368">
                  <c:v>7.3416400000000004E-4</c:v>
                </c:pt>
                <c:pt idx="369">
                  <c:v>5.3398300000000003E-4</c:v>
                </c:pt>
                <c:pt idx="370">
                  <c:v>3.7152600000000001E-4</c:v>
                </c:pt>
                <c:pt idx="371">
                  <c:v>2.3969700000000001E-4</c:v>
                </c:pt>
                <c:pt idx="372">
                  <c:v>1.32712E-4</c:v>
                </c:pt>
                <c:pt idx="373" formatCode="0.00E+00">
                  <c:v>4.5757999999999998E-5</c:v>
                </c:pt>
                <c:pt idx="374" formatCode="0.00E+00">
                  <c:v>-2.50135E-5</c:v>
                </c:pt>
                <c:pt idx="375" formatCode="0.00E+00">
                  <c:v>-8.2648800000000001E-5</c:v>
                </c:pt>
                <c:pt idx="376">
                  <c:v>-1.2966799999999999E-4</c:v>
                </c:pt>
                <c:pt idx="377">
                  <c:v>-1.6800300000000001E-4</c:v>
                </c:pt>
                <c:pt idx="378">
                  <c:v>-1.9926199999999999E-4</c:v>
                </c:pt>
                <c:pt idx="379">
                  <c:v>-2.24732E-4</c:v>
                </c:pt>
                <c:pt idx="380">
                  <c:v>-2.454E-4</c:v>
                </c:pt>
                <c:pt idx="381">
                  <c:v>-2.6201399999999998E-4</c:v>
                </c:pt>
                <c:pt idx="382">
                  <c:v>-2.7520600000000001E-4</c:v>
                </c:pt>
                <c:pt idx="383">
                  <c:v>-2.854E-4</c:v>
                </c:pt>
                <c:pt idx="384">
                  <c:v>-2.9283999999999999E-4</c:v>
                </c:pt>
                <c:pt idx="385">
                  <c:v>-2.97702E-4</c:v>
                </c:pt>
                <c:pt idx="386">
                  <c:v>-3.0001600000000001E-4</c:v>
                </c:pt>
                <c:pt idx="387">
                  <c:v>-2.9967900000000002E-4</c:v>
                </c:pt>
                <c:pt idx="388">
                  <c:v>-2.9646300000000001E-4</c:v>
                </c:pt>
                <c:pt idx="389">
                  <c:v>-2.9001E-4</c:v>
                </c:pt>
                <c:pt idx="390">
                  <c:v>-2.7978399999999999E-4</c:v>
                </c:pt>
                <c:pt idx="391">
                  <c:v>-2.6507400000000002E-4</c:v>
                </c:pt>
                <c:pt idx="392">
                  <c:v>-2.4499599999999998E-4</c:v>
                </c:pt>
                <c:pt idx="393">
                  <c:v>-2.1839099999999999E-4</c:v>
                </c:pt>
                <c:pt idx="394">
                  <c:v>-1.83828E-4</c:v>
                </c:pt>
                <c:pt idx="395">
                  <c:v>-1.3941299999999999E-4</c:v>
                </c:pt>
                <c:pt idx="396" formatCode="0.00E+00">
                  <c:v>-8.30134E-5</c:v>
                </c:pt>
                <c:pt idx="397" formatCode="0.00E+00">
                  <c:v>-1.1817299999999999E-5</c:v>
                </c:pt>
                <c:pt idx="398" formatCode="0.00E+00">
                  <c:v>7.7417799999999996E-5</c:v>
                </c:pt>
                <c:pt idx="399">
                  <c:v>1.8874399999999999E-4</c:v>
                </c:pt>
                <c:pt idx="400">
                  <c:v>3.2692000000000002E-4</c:v>
                </c:pt>
                <c:pt idx="401">
                  <c:v>4.9769899999999999E-4</c:v>
                </c:pt>
                <c:pt idx="402">
                  <c:v>7.0784199999999998E-4</c:v>
                </c:pt>
                <c:pt idx="403">
                  <c:v>9.6521400000000005E-4</c:v>
                </c:pt>
                <c:pt idx="404">
                  <c:v>1.27896E-3</c:v>
                </c:pt>
                <c:pt idx="405">
                  <c:v>1.6596899999999999E-3</c:v>
                </c:pt>
                <c:pt idx="406">
                  <c:v>2.1193499999999999E-3</c:v>
                </c:pt>
                <c:pt idx="407">
                  <c:v>2.6715300000000001E-3</c:v>
                </c:pt>
                <c:pt idx="408">
                  <c:v>3.3314600000000001E-3</c:v>
                </c:pt>
                <c:pt idx="409">
                  <c:v>4.1159999999999999E-3</c:v>
                </c:pt>
                <c:pt idx="410">
                  <c:v>5.0439200000000003E-3</c:v>
                </c:pt>
                <c:pt idx="411">
                  <c:v>6.13584E-3</c:v>
                </c:pt>
                <c:pt idx="412">
                  <c:v>7.4144500000000004E-3</c:v>
                </c:pt>
                <c:pt idx="413">
                  <c:v>8.9047199999999996E-3</c:v>
                </c:pt>
                <c:pt idx="414">
                  <c:v>1.0633999999999999E-2</c:v>
                </c:pt>
                <c:pt idx="415">
                  <c:v>1.26325E-2</c:v>
                </c:pt>
                <c:pt idx="416">
                  <c:v>1.4933500000000001E-2</c:v>
                </c:pt>
                <c:pt idx="417">
                  <c:v>1.7573800000000001E-2</c:v>
                </c:pt>
                <c:pt idx="418">
                  <c:v>2.0594100000000001E-2</c:v>
                </c:pt>
                <c:pt idx="419">
                  <c:v>2.4039600000000001E-2</c:v>
                </c:pt>
                <c:pt idx="420">
                  <c:v>2.7960599999999999E-2</c:v>
                </c:pt>
                <c:pt idx="421">
                  <c:v>3.2412999999999997E-2</c:v>
                </c:pt>
                <c:pt idx="422">
                  <c:v>3.7459300000000001E-2</c:v>
                </c:pt>
                <c:pt idx="423">
                  <c:v>4.3168900000000003E-2</c:v>
                </c:pt>
                <c:pt idx="424">
                  <c:v>4.96196E-2</c:v>
                </c:pt>
                <c:pt idx="425">
                  <c:v>5.6897900000000001E-2</c:v>
                </c:pt>
                <c:pt idx="426">
                  <c:v>6.5100599999999995E-2</c:v>
                </c:pt>
                <c:pt idx="427">
                  <c:v>7.4335700000000005E-2</c:v>
                </c:pt>
                <c:pt idx="428">
                  <c:v>8.4723699999999999E-2</c:v>
                </c:pt>
                <c:pt idx="429">
                  <c:v>9.6398899999999996E-2</c:v>
                </c:pt>
                <c:pt idx="430">
                  <c:v>0.109511</c:v>
                </c:pt>
                <c:pt idx="431">
                  <c:v>0.12422800000000001</c:v>
                </c:pt>
                <c:pt idx="432">
                  <c:v>0.140733</c:v>
                </c:pt>
                <c:pt idx="433">
                  <c:v>0.15923399999999999</c:v>
                </c:pt>
                <c:pt idx="434">
                  <c:v>0.17995900000000001</c:v>
                </c:pt>
                <c:pt idx="435">
                  <c:v>0.20316000000000001</c:v>
                </c:pt>
                <c:pt idx="436">
                  <c:v>0.22911599999999999</c:v>
                </c:pt>
                <c:pt idx="437">
                  <c:v>0.25813399999999997</c:v>
                </c:pt>
                <c:pt idx="438">
                  <c:v>0.290549</c:v>
                </c:pt>
                <c:pt idx="439">
                  <c:v>0.32672800000000002</c:v>
                </c:pt>
                <c:pt idx="440">
                  <c:v>0.36706699999999998</c:v>
                </c:pt>
                <c:pt idx="441">
                  <c:v>0.40744999999999998</c:v>
                </c:pt>
                <c:pt idx="442">
                  <c:v>0.44391599999999998</c:v>
                </c:pt>
                <c:pt idx="443">
                  <c:v>0.47700399999999998</c:v>
                </c:pt>
                <c:pt idx="444">
                  <c:v>0.50716099999999997</c:v>
                </c:pt>
                <c:pt idx="445">
                  <c:v>0.53475600000000001</c:v>
                </c:pt>
                <c:pt idx="446">
                  <c:v>0.56010400000000005</c:v>
                </c:pt>
                <c:pt idx="447">
                  <c:v>0.58346699999999996</c:v>
                </c:pt>
                <c:pt idx="448">
                  <c:v>0.60507</c:v>
                </c:pt>
                <c:pt idx="449">
                  <c:v>0.62510600000000005</c:v>
                </c:pt>
                <c:pt idx="450">
                  <c:v>0.64373899999999995</c:v>
                </c:pt>
                <c:pt idx="451">
                  <c:v>0.66111200000000003</c:v>
                </c:pt>
                <c:pt idx="452">
                  <c:v>0.67735000000000001</c:v>
                </c:pt>
                <c:pt idx="453">
                  <c:v>0.69256099999999998</c:v>
                </c:pt>
                <c:pt idx="454">
                  <c:v>0.70684000000000002</c:v>
                </c:pt>
                <c:pt idx="455">
                  <c:v>0.72027099999999999</c:v>
                </c:pt>
                <c:pt idx="456">
                  <c:v>0.73292800000000002</c:v>
                </c:pt>
                <c:pt idx="457">
                  <c:v>0.74487700000000001</c:v>
                </c:pt>
                <c:pt idx="458">
                  <c:v>0.75617599999999996</c:v>
                </c:pt>
                <c:pt idx="459">
                  <c:v>0.76687700000000003</c:v>
                </c:pt>
                <c:pt idx="460">
                  <c:v>0.77702700000000002</c:v>
                </c:pt>
                <c:pt idx="461">
                  <c:v>0.78666800000000003</c:v>
                </c:pt>
                <c:pt idx="462">
                  <c:v>0.79583899999999996</c:v>
                </c:pt>
                <c:pt idx="463">
                  <c:v>0.80457199999999995</c:v>
                </c:pt>
                <c:pt idx="464">
                  <c:v>0.81289999999999996</c:v>
                </c:pt>
                <c:pt idx="465">
                  <c:v>0.820851</c:v>
                </c:pt>
                <c:pt idx="466">
                  <c:v>0.82844899999999999</c:v>
                </c:pt>
                <c:pt idx="467">
                  <c:v>0.83571799999999996</c:v>
                </c:pt>
                <c:pt idx="468">
                  <c:v>0.84268100000000001</c:v>
                </c:pt>
                <c:pt idx="469">
                  <c:v>0.84935499999999997</c:v>
                </c:pt>
                <c:pt idx="470">
                  <c:v>0.85575900000000005</c:v>
                </c:pt>
                <c:pt idx="471">
                  <c:v>0.86190999999999995</c:v>
                </c:pt>
                <c:pt idx="472">
                  <c:v>0.86782300000000001</c:v>
                </c:pt>
                <c:pt idx="473">
                  <c:v>0.87351100000000004</c:v>
                </c:pt>
                <c:pt idx="474">
                  <c:v>0.87898799999999999</c:v>
                </c:pt>
                <c:pt idx="475">
                  <c:v>0.88426499999999997</c:v>
                </c:pt>
                <c:pt idx="476">
                  <c:v>0.88935399999999998</c:v>
                </c:pt>
                <c:pt idx="477">
                  <c:v>0.89426499999999998</c:v>
                </c:pt>
                <c:pt idx="478">
                  <c:v>0.899007</c:v>
                </c:pt>
                <c:pt idx="479">
                  <c:v>0.90358899999999998</c:v>
                </c:pt>
                <c:pt idx="480">
                  <c:v>0.90801900000000002</c:v>
                </c:pt>
                <c:pt idx="481">
                  <c:v>0.91230599999999995</c:v>
                </c:pt>
                <c:pt idx="482">
                  <c:v>0.91645600000000005</c:v>
                </c:pt>
                <c:pt idx="483">
                  <c:v>0.92047599999999996</c:v>
                </c:pt>
                <c:pt idx="484">
                  <c:v>0.92437199999999997</c:v>
                </c:pt>
                <c:pt idx="485">
                  <c:v>0.92815099999999995</c:v>
                </c:pt>
                <c:pt idx="486">
                  <c:v>0.93181700000000001</c:v>
                </c:pt>
                <c:pt idx="487">
                  <c:v>0.93537599999999999</c:v>
                </c:pt>
                <c:pt idx="488">
                  <c:v>0.93883300000000003</c:v>
                </c:pt>
                <c:pt idx="489">
                  <c:v>0.94219200000000003</c:v>
                </c:pt>
                <c:pt idx="490">
                  <c:v>0.94545800000000002</c:v>
                </c:pt>
                <c:pt idx="491">
                  <c:v>0.94863399999999998</c:v>
                </c:pt>
                <c:pt idx="492">
                  <c:v>0.95172500000000004</c:v>
                </c:pt>
                <c:pt idx="493">
                  <c:v>0.954735</c:v>
                </c:pt>
                <c:pt idx="494">
                  <c:v>0.95766600000000002</c:v>
                </c:pt>
                <c:pt idx="495">
                  <c:v>0.96052099999999996</c:v>
                </c:pt>
                <c:pt idx="496">
                  <c:v>0.96330499999999997</c:v>
                </c:pt>
                <c:pt idx="497">
                  <c:v>0.96601899999999996</c:v>
                </c:pt>
                <c:pt idx="498">
                  <c:v>0.96866699999999994</c:v>
                </c:pt>
                <c:pt idx="499">
                  <c:v>0.97125099999999998</c:v>
                </c:pt>
                <c:pt idx="500">
                  <c:v>0.973773</c:v>
                </c:pt>
                <c:pt idx="501">
                  <c:v>0.97623700000000002</c:v>
                </c:pt>
                <c:pt idx="502">
                  <c:v>0.97864300000000004</c:v>
                </c:pt>
                <c:pt idx="503">
                  <c:v>0.98099499999999995</c:v>
                </c:pt>
                <c:pt idx="504">
                  <c:v>0.983294</c:v>
                </c:pt>
                <c:pt idx="505">
                  <c:v>0.98554200000000003</c:v>
                </c:pt>
                <c:pt idx="506">
                  <c:v>0.98774099999999998</c:v>
                </c:pt>
                <c:pt idx="507">
                  <c:v>0.98989300000000002</c:v>
                </c:pt>
                <c:pt idx="508">
                  <c:v>0.99199999999999999</c:v>
                </c:pt>
                <c:pt idx="509">
                  <c:v>0.994062</c:v>
                </c:pt>
                <c:pt idx="510">
                  <c:v>0.99608200000000002</c:v>
                </c:pt>
                <c:pt idx="511">
                  <c:v>0.99806099999999998</c:v>
                </c:pt>
              </c:numCache>
            </c:numRef>
          </c:xVal>
          <c:yVal>
            <c:numRef>
              <c:f>'4412 surface'!$C$2:$C$513</c:f>
              <c:numCache>
                <c:formatCode>General</c:formatCode>
                <c:ptCount val="512"/>
                <c:pt idx="0">
                  <c:v>6.3902500000000001E-2</c:v>
                </c:pt>
                <c:pt idx="1">
                  <c:v>8.6130899999999996E-2</c:v>
                </c:pt>
                <c:pt idx="2">
                  <c:v>9.3832600000000002E-2</c:v>
                </c:pt>
                <c:pt idx="3">
                  <c:v>0.100367</c:v>
                </c:pt>
                <c:pt idx="4">
                  <c:v>0.10642799999999999</c:v>
                </c:pt>
                <c:pt idx="5">
                  <c:v>0.112593</c:v>
                </c:pt>
                <c:pt idx="6">
                  <c:v>0.11765</c:v>
                </c:pt>
                <c:pt idx="7">
                  <c:v>0.12287099999999999</c:v>
                </c:pt>
                <c:pt idx="8">
                  <c:v>0.12753999999999999</c:v>
                </c:pt>
                <c:pt idx="9">
                  <c:v>0.132241</c:v>
                </c:pt>
                <c:pt idx="10">
                  <c:v>0.136633</c:v>
                </c:pt>
                <c:pt idx="11">
                  <c:v>0.140982</c:v>
                </c:pt>
                <c:pt idx="12">
                  <c:v>0.14513899999999999</c:v>
                </c:pt>
                <c:pt idx="13">
                  <c:v>0.149233</c:v>
                </c:pt>
                <c:pt idx="14">
                  <c:v>0.15320300000000001</c:v>
                </c:pt>
                <c:pt idx="15">
                  <c:v>0.157113</c:v>
                </c:pt>
                <c:pt idx="16">
                  <c:v>0.160939</c:v>
                </c:pt>
                <c:pt idx="17">
                  <c:v>0.164716</c:v>
                </c:pt>
                <c:pt idx="18">
                  <c:v>0.168434</c:v>
                </c:pt>
                <c:pt idx="19">
                  <c:v>0.17211399999999999</c:v>
                </c:pt>
                <c:pt idx="20">
                  <c:v>0.17575399999999999</c:v>
                </c:pt>
                <c:pt idx="21">
                  <c:v>0.179367</c:v>
                </c:pt>
                <c:pt idx="22">
                  <c:v>0.182953</c:v>
                </c:pt>
                <c:pt idx="23">
                  <c:v>0.18652199999999999</c:v>
                </c:pt>
                <c:pt idx="24">
                  <c:v>0.190077</c:v>
                </c:pt>
                <c:pt idx="25">
                  <c:v>0.19362399999999999</c:v>
                </c:pt>
                <c:pt idx="26">
                  <c:v>0.19716500000000001</c:v>
                </c:pt>
                <c:pt idx="27">
                  <c:v>0.200706</c:v>
                </c:pt>
                <c:pt idx="28">
                  <c:v>0.20425099999999999</c:v>
                </c:pt>
                <c:pt idx="29">
                  <c:v>0.20780199999999999</c:v>
                </c:pt>
                <c:pt idx="30">
                  <c:v>0.211365</c:v>
                </c:pt>
                <c:pt idx="31">
                  <c:v>0.21494199999999999</c:v>
                </c:pt>
                <c:pt idx="32">
                  <c:v>0.21853600000000001</c:v>
                </c:pt>
                <c:pt idx="33">
                  <c:v>0.22215199999999999</c:v>
                </c:pt>
                <c:pt idx="34">
                  <c:v>0.22579199999999999</c:v>
                </c:pt>
                <c:pt idx="35">
                  <c:v>0.229459</c:v>
                </c:pt>
                <c:pt idx="36">
                  <c:v>0.233158</c:v>
                </c:pt>
                <c:pt idx="37">
                  <c:v>0.23689099999999999</c:v>
                </c:pt>
                <c:pt idx="38">
                  <c:v>0.24066299999999999</c:v>
                </c:pt>
                <c:pt idx="39">
                  <c:v>0.244477</c:v>
                </c:pt>
                <c:pt idx="40">
                  <c:v>0.248338</c:v>
                </c:pt>
                <c:pt idx="41">
                  <c:v>0.252249</c:v>
                </c:pt>
                <c:pt idx="42">
                  <c:v>0.25621500000000003</c:v>
                </c:pt>
                <c:pt idx="43">
                  <c:v>0.260239</c:v>
                </c:pt>
                <c:pt idx="44">
                  <c:v>0.26432499999999998</c:v>
                </c:pt>
                <c:pt idx="45">
                  <c:v>0.26847799999999999</c:v>
                </c:pt>
                <c:pt idx="46">
                  <c:v>0.272702</c:v>
                </c:pt>
                <c:pt idx="47">
                  <c:v>0.27700000000000002</c:v>
                </c:pt>
                <c:pt idx="48">
                  <c:v>0.28137899999999999</c:v>
                </c:pt>
                <c:pt idx="49">
                  <c:v>0.28584399999999999</c:v>
                </c:pt>
                <c:pt idx="50">
                  <c:v>0.29040300000000002</c:v>
                </c:pt>
                <c:pt idx="51">
                  <c:v>0.29506100000000002</c:v>
                </c:pt>
                <c:pt idx="52">
                  <c:v>0.29982999999999999</c:v>
                </c:pt>
                <c:pt idx="53">
                  <c:v>0.30471500000000001</c:v>
                </c:pt>
                <c:pt idx="54">
                  <c:v>0.30972499999999997</c:v>
                </c:pt>
                <c:pt idx="55">
                  <c:v>0.31487300000000001</c:v>
                </c:pt>
                <c:pt idx="56">
                  <c:v>0.32016499999999998</c:v>
                </c:pt>
                <c:pt idx="57">
                  <c:v>0.32562099999999999</c:v>
                </c:pt>
                <c:pt idx="58">
                  <c:v>0.33125399999999999</c:v>
                </c:pt>
                <c:pt idx="59">
                  <c:v>0.33708399999999999</c:v>
                </c:pt>
                <c:pt idx="60">
                  <c:v>0.34313199999999999</c:v>
                </c:pt>
                <c:pt idx="61">
                  <c:v>0.34943200000000002</c:v>
                </c:pt>
                <c:pt idx="62">
                  <c:v>0.35603699999999999</c:v>
                </c:pt>
                <c:pt idx="63">
                  <c:v>0.362958</c:v>
                </c:pt>
                <c:pt idx="64">
                  <c:v>0.37019000000000002</c:v>
                </c:pt>
                <c:pt idx="65">
                  <c:v>0.377919</c:v>
                </c:pt>
                <c:pt idx="66">
                  <c:v>0.38614799999999999</c:v>
                </c:pt>
                <c:pt idx="67">
                  <c:v>0.39499200000000001</c:v>
                </c:pt>
                <c:pt idx="68">
                  <c:v>0.40473599999999998</c:v>
                </c:pt>
                <c:pt idx="69">
                  <c:v>0.41528300000000001</c:v>
                </c:pt>
                <c:pt idx="70">
                  <c:v>0.42765999999999998</c:v>
                </c:pt>
                <c:pt idx="71">
                  <c:v>0.43966699999999997</c:v>
                </c:pt>
                <c:pt idx="72">
                  <c:v>0.46026499999999998</c:v>
                </c:pt>
                <c:pt idx="73">
                  <c:v>0.48378500000000002</c:v>
                </c:pt>
                <c:pt idx="74">
                  <c:v>0.50317299999999998</c:v>
                </c:pt>
                <c:pt idx="75">
                  <c:v>0.52746800000000005</c:v>
                </c:pt>
                <c:pt idx="76">
                  <c:v>0.55138500000000001</c:v>
                </c:pt>
                <c:pt idx="77">
                  <c:v>0.57491099999999995</c:v>
                </c:pt>
                <c:pt idx="78">
                  <c:v>0.60081799999999996</c:v>
                </c:pt>
                <c:pt idx="79">
                  <c:v>0.627216</c:v>
                </c:pt>
                <c:pt idx="80">
                  <c:v>0.65569200000000005</c:v>
                </c:pt>
                <c:pt idx="81">
                  <c:v>0.68544799999999995</c:v>
                </c:pt>
                <c:pt idx="82">
                  <c:v>0.71677800000000003</c:v>
                </c:pt>
                <c:pt idx="83">
                  <c:v>0.74954500000000002</c:v>
                </c:pt>
                <c:pt idx="84">
                  <c:v>0.783466</c:v>
                </c:pt>
                <c:pt idx="85">
                  <c:v>0.81793899999999997</c:v>
                </c:pt>
                <c:pt idx="86">
                  <c:v>0.85252300000000003</c:v>
                </c:pt>
                <c:pt idx="87">
                  <c:v>0.88635799999999998</c:v>
                </c:pt>
                <c:pt idx="88">
                  <c:v>0.91857299999999997</c:v>
                </c:pt>
                <c:pt idx="89">
                  <c:v>0.94788300000000003</c:v>
                </c:pt>
                <c:pt idx="90">
                  <c:v>0.97278200000000004</c:v>
                </c:pt>
                <c:pt idx="91">
                  <c:v>0.99134599999999995</c:v>
                </c:pt>
                <c:pt idx="92">
                  <c:v>1.00122</c:v>
                </c:pt>
                <c:pt idx="93">
                  <c:v>0.99950000000000006</c:v>
                </c:pt>
                <c:pt idx="94">
                  <c:v>0.98274899999999998</c:v>
                </c:pt>
                <c:pt idx="95">
                  <c:v>0.94687900000000003</c:v>
                </c:pt>
                <c:pt idx="96">
                  <c:v>0.88724999999999998</c:v>
                </c:pt>
                <c:pt idx="97">
                  <c:v>0.79874299999999998</c:v>
                </c:pt>
                <c:pt idx="98">
                  <c:v>0.67608900000000005</c:v>
                </c:pt>
                <c:pt idx="99">
                  <c:v>0.51428099999999999</c:v>
                </c:pt>
                <c:pt idx="100">
                  <c:v>0.30915900000000002</c:v>
                </c:pt>
                <c:pt idx="101">
                  <c:v>5.8437700000000002E-2</c:v>
                </c:pt>
                <c:pt idx="102">
                  <c:v>-0.23783799999999999</c:v>
                </c:pt>
                <c:pt idx="103">
                  <c:v>-0.576183</c:v>
                </c:pt>
                <c:pt idx="104">
                  <c:v>-0.94998700000000003</c:v>
                </c:pt>
                <c:pt idx="105">
                  <c:v>-1.3492299999999999</c:v>
                </c:pt>
                <c:pt idx="106">
                  <c:v>-1.7620899999999999</c:v>
                </c:pt>
                <c:pt idx="107">
                  <c:v>-2.1765300000000001</c:v>
                </c:pt>
                <c:pt idx="108">
                  <c:v>-2.5809099999999998</c:v>
                </c:pt>
                <c:pt idx="109">
                  <c:v>-2.9662299999999999</c:v>
                </c:pt>
                <c:pt idx="110">
                  <c:v>-3.3254999999999999</c:v>
                </c:pt>
                <c:pt idx="111">
                  <c:v>-3.6558899999999999</c:v>
                </c:pt>
                <c:pt idx="112">
                  <c:v>-3.9552</c:v>
                </c:pt>
                <c:pt idx="113">
                  <c:v>-4.2234600000000002</c:v>
                </c:pt>
                <c:pt idx="114">
                  <c:v>-4.4635300000000004</c:v>
                </c:pt>
                <c:pt idx="115">
                  <c:v>-4.6777699999999998</c:v>
                </c:pt>
                <c:pt idx="116">
                  <c:v>-4.86808</c:v>
                </c:pt>
                <c:pt idx="117">
                  <c:v>-5.0369299999999999</c:v>
                </c:pt>
                <c:pt idx="118">
                  <c:v>-5.1898799999999996</c:v>
                </c:pt>
                <c:pt idx="119">
                  <c:v>-5.3266999999999998</c:v>
                </c:pt>
                <c:pt idx="120">
                  <c:v>-5.4502600000000001</c:v>
                </c:pt>
                <c:pt idx="121">
                  <c:v>-5.5628099999999998</c:v>
                </c:pt>
                <c:pt idx="122">
                  <c:v>-5.6638599999999997</c:v>
                </c:pt>
                <c:pt idx="123">
                  <c:v>-5.7565299999999997</c:v>
                </c:pt>
                <c:pt idx="124">
                  <c:v>-5.8427699999999998</c:v>
                </c:pt>
                <c:pt idx="125">
                  <c:v>-5.9220600000000001</c:v>
                </c:pt>
                <c:pt idx="126">
                  <c:v>-5.9956100000000001</c:v>
                </c:pt>
                <c:pt idx="127">
                  <c:v>-6.0666700000000002</c:v>
                </c:pt>
                <c:pt idx="128">
                  <c:v>-6.1342299999999996</c:v>
                </c:pt>
                <c:pt idx="129">
                  <c:v>-6.1985299999999999</c:v>
                </c:pt>
                <c:pt idx="130">
                  <c:v>-6.2619699999999998</c:v>
                </c:pt>
                <c:pt idx="131">
                  <c:v>-6.3246900000000004</c:v>
                </c:pt>
                <c:pt idx="132">
                  <c:v>-6.3868900000000002</c:v>
                </c:pt>
                <c:pt idx="133">
                  <c:v>-6.4490299999999996</c:v>
                </c:pt>
                <c:pt idx="134">
                  <c:v>-6.5119600000000002</c:v>
                </c:pt>
                <c:pt idx="135">
                  <c:v>-6.5740400000000001</c:v>
                </c:pt>
                <c:pt idx="136">
                  <c:v>-6.6367000000000003</c:v>
                </c:pt>
                <c:pt idx="137">
                  <c:v>-6.6987800000000002</c:v>
                </c:pt>
                <c:pt idx="138">
                  <c:v>-6.7622200000000001</c:v>
                </c:pt>
                <c:pt idx="139">
                  <c:v>-6.8231299999999999</c:v>
                </c:pt>
                <c:pt idx="140">
                  <c:v>-6.8819400000000002</c:v>
                </c:pt>
                <c:pt idx="141">
                  <c:v>-6.9378099999999998</c:v>
                </c:pt>
                <c:pt idx="142">
                  <c:v>-6.9879499999999997</c:v>
                </c:pt>
                <c:pt idx="143">
                  <c:v>-7.0317600000000002</c:v>
                </c:pt>
                <c:pt idx="144">
                  <c:v>-7.0657500000000004</c:v>
                </c:pt>
                <c:pt idx="145">
                  <c:v>-7.0884099999999997</c:v>
                </c:pt>
                <c:pt idx="146">
                  <c:v>-7.0954699999999997</c:v>
                </c:pt>
                <c:pt idx="147">
                  <c:v>-7.0844699999999996</c:v>
                </c:pt>
                <c:pt idx="148">
                  <c:v>-7.05382</c:v>
                </c:pt>
                <c:pt idx="149">
                  <c:v>-7.0002000000000004</c:v>
                </c:pt>
                <c:pt idx="150">
                  <c:v>-6.9215099999999996</c:v>
                </c:pt>
                <c:pt idx="151">
                  <c:v>-6.8182</c:v>
                </c:pt>
                <c:pt idx="152">
                  <c:v>-6.6891999999999996</c:v>
                </c:pt>
                <c:pt idx="153">
                  <c:v>-6.5359999999999996</c:v>
                </c:pt>
                <c:pt idx="154">
                  <c:v>-6.3612700000000002</c:v>
                </c:pt>
                <c:pt idx="155">
                  <c:v>-6.1671699999999996</c:v>
                </c:pt>
                <c:pt idx="156">
                  <c:v>-5.9579899999999997</c:v>
                </c:pt>
                <c:pt idx="157">
                  <c:v>-5.7372699999999996</c:v>
                </c:pt>
                <c:pt idx="158">
                  <c:v>-5.5091700000000001</c:v>
                </c:pt>
                <c:pt idx="159">
                  <c:v>-5.2777200000000004</c:v>
                </c:pt>
                <c:pt idx="160">
                  <c:v>-5.0461799999999997</c:v>
                </c:pt>
                <c:pt idx="161">
                  <c:v>-4.8178000000000001</c:v>
                </c:pt>
                <c:pt idx="162">
                  <c:v>-4.5951000000000004</c:v>
                </c:pt>
                <c:pt idx="163">
                  <c:v>-4.3799700000000001</c:v>
                </c:pt>
                <c:pt idx="164">
                  <c:v>-4.1736000000000004</c:v>
                </c:pt>
                <c:pt idx="165">
                  <c:v>-3.9769100000000002</c:v>
                </c:pt>
                <c:pt idx="166">
                  <c:v>-3.79013</c:v>
                </c:pt>
                <c:pt idx="167">
                  <c:v>-3.61314</c:v>
                </c:pt>
                <c:pt idx="168">
                  <c:v>-3.44557</c:v>
                </c:pt>
                <c:pt idx="169">
                  <c:v>-3.2868900000000001</c:v>
                </c:pt>
                <c:pt idx="170">
                  <c:v>-3.1364299999999998</c:v>
                </c:pt>
                <c:pt idx="171">
                  <c:v>-2.9934799999999999</c:v>
                </c:pt>
                <c:pt idx="172">
                  <c:v>-2.85724</c:v>
                </c:pt>
                <c:pt idx="173">
                  <c:v>-2.7269100000000002</c:v>
                </c:pt>
                <c:pt idx="174">
                  <c:v>-2.60155</c:v>
                </c:pt>
                <c:pt idx="175">
                  <c:v>-2.4802900000000001</c:v>
                </c:pt>
                <c:pt idx="176">
                  <c:v>-2.3619500000000002</c:v>
                </c:pt>
                <c:pt idx="177">
                  <c:v>-2.2455799999999999</c:v>
                </c:pt>
                <c:pt idx="178">
                  <c:v>-2.1296499999999998</c:v>
                </c:pt>
                <c:pt idx="179">
                  <c:v>-2.0131100000000002</c:v>
                </c:pt>
                <c:pt idx="180">
                  <c:v>-1.8936200000000001</c:v>
                </c:pt>
                <c:pt idx="181">
                  <c:v>-1.77068</c:v>
                </c:pt>
                <c:pt idx="182">
                  <c:v>-1.6392100000000001</c:v>
                </c:pt>
                <c:pt idx="183">
                  <c:v>-1.5019100000000001</c:v>
                </c:pt>
                <c:pt idx="184">
                  <c:v>-1.3599399999999999</c:v>
                </c:pt>
                <c:pt idx="185">
                  <c:v>-1.21234</c:v>
                </c:pt>
                <c:pt idx="186">
                  <c:v>-1.0771200000000001</c:v>
                </c:pt>
                <c:pt idx="187">
                  <c:v>-0.97396199999999999</c:v>
                </c:pt>
                <c:pt idx="188">
                  <c:v>-0.88849900000000004</c:v>
                </c:pt>
                <c:pt idx="189">
                  <c:v>-0.81342199999999998</c:v>
                </c:pt>
                <c:pt idx="190">
                  <c:v>-0.747359</c:v>
                </c:pt>
                <c:pt idx="191">
                  <c:v>-0.68868200000000002</c:v>
                </c:pt>
                <c:pt idx="192">
                  <c:v>-0.63595900000000005</c:v>
                </c:pt>
                <c:pt idx="193">
                  <c:v>-0.58841399999999999</c:v>
                </c:pt>
                <c:pt idx="194">
                  <c:v>-0.54523900000000003</c:v>
                </c:pt>
                <c:pt idx="195">
                  <c:v>-0.50593900000000003</c:v>
                </c:pt>
                <c:pt idx="196">
                  <c:v>-0.47001799999999999</c:v>
                </c:pt>
                <c:pt idx="197">
                  <c:v>-0.43713400000000002</c:v>
                </c:pt>
                <c:pt idx="198">
                  <c:v>-0.40695500000000001</c:v>
                </c:pt>
                <c:pt idx="199">
                  <c:v>-0.37922899999999998</c:v>
                </c:pt>
                <c:pt idx="200">
                  <c:v>-0.35371999999999998</c:v>
                </c:pt>
                <c:pt idx="201">
                  <c:v>-0.33022800000000002</c:v>
                </c:pt>
                <c:pt idx="202">
                  <c:v>-0.30857099999999998</c:v>
                </c:pt>
                <c:pt idx="203">
                  <c:v>-0.28859099999999999</c:v>
                </c:pt>
                <c:pt idx="204">
                  <c:v>-0.27013700000000002</c:v>
                </c:pt>
                <c:pt idx="205">
                  <c:v>-0.25307800000000003</c:v>
                </c:pt>
                <c:pt idx="206">
                  <c:v>-0.237292</c:v>
                </c:pt>
                <c:pt idx="207">
                  <c:v>-0.22267000000000001</c:v>
                </c:pt>
                <c:pt idx="208">
                  <c:v>-0.20910899999999999</c:v>
                </c:pt>
                <c:pt idx="209">
                  <c:v>-0.196522</c:v>
                </c:pt>
                <c:pt idx="210">
                  <c:v>-0.18482699999999999</c:v>
                </c:pt>
                <c:pt idx="211">
                  <c:v>-0.17394499999999999</c:v>
                </c:pt>
                <c:pt idx="212">
                  <c:v>-0.16381399999999999</c:v>
                </c:pt>
                <c:pt idx="213">
                  <c:v>-0.154358</c:v>
                </c:pt>
                <c:pt idx="214">
                  <c:v>-0.14552699999999999</c:v>
                </c:pt>
                <c:pt idx="215">
                  <c:v>-0.137268</c:v>
                </c:pt>
                <c:pt idx="216">
                  <c:v>-0.12954499999999999</c:v>
                </c:pt>
                <c:pt idx="217">
                  <c:v>-0.12231400000000001</c:v>
                </c:pt>
                <c:pt idx="218">
                  <c:v>-0.11553099999999999</c:v>
                </c:pt>
                <c:pt idx="219">
                  <c:v>-0.10915999999999999</c:v>
                </c:pt>
                <c:pt idx="220">
                  <c:v>-0.103172</c:v>
                </c:pt>
                <c:pt idx="221">
                  <c:v>-9.7522999999999999E-2</c:v>
                </c:pt>
                <c:pt idx="222">
                  <c:v>-9.2193800000000006E-2</c:v>
                </c:pt>
                <c:pt idx="223">
                  <c:v>-8.7143399999999996E-2</c:v>
                </c:pt>
                <c:pt idx="224">
                  <c:v>-8.2368499999999997E-2</c:v>
                </c:pt>
                <c:pt idx="225">
                  <c:v>-7.7824400000000002E-2</c:v>
                </c:pt>
                <c:pt idx="226">
                  <c:v>-7.35291E-2</c:v>
                </c:pt>
                <c:pt idx="227">
                  <c:v>-6.9534499999999999E-2</c:v>
                </c:pt>
                <c:pt idx="228">
                  <c:v>-6.5734699999999993E-2</c:v>
                </c:pt>
                <c:pt idx="229">
                  <c:v>-6.2023500000000002E-2</c:v>
                </c:pt>
                <c:pt idx="230">
                  <c:v>-5.8539800000000003E-2</c:v>
                </c:pt>
                <c:pt idx="231">
                  <c:v>-5.5198200000000003E-2</c:v>
                </c:pt>
                <c:pt idx="232">
                  <c:v>-5.2060000000000002E-2</c:v>
                </c:pt>
                <c:pt idx="233">
                  <c:v>-4.90424E-2</c:v>
                </c:pt>
                <c:pt idx="234">
                  <c:v>-4.6161899999999999E-2</c:v>
                </c:pt>
                <c:pt idx="235">
                  <c:v>-4.3389900000000002E-2</c:v>
                </c:pt>
                <c:pt idx="236">
                  <c:v>-4.0742300000000002E-2</c:v>
                </c:pt>
                <c:pt idx="237">
                  <c:v>-3.8242900000000003E-2</c:v>
                </c:pt>
                <c:pt idx="238">
                  <c:v>-3.5789500000000002E-2</c:v>
                </c:pt>
                <c:pt idx="239">
                  <c:v>-3.3470399999999997E-2</c:v>
                </c:pt>
                <c:pt idx="240">
                  <c:v>-3.1199600000000001E-2</c:v>
                </c:pt>
                <c:pt idx="241">
                  <c:v>-2.9033300000000001E-2</c:v>
                </c:pt>
                <c:pt idx="242">
                  <c:v>-2.6811700000000001E-2</c:v>
                </c:pt>
                <c:pt idx="243">
                  <c:v>-2.4854399999999999E-2</c:v>
                </c:pt>
                <c:pt idx="244">
                  <c:v>-2.2811499999999998E-2</c:v>
                </c:pt>
                <c:pt idx="245">
                  <c:v>-2.0533800000000001E-2</c:v>
                </c:pt>
                <c:pt idx="246">
                  <c:v>-1.8385700000000001E-2</c:v>
                </c:pt>
                <c:pt idx="247">
                  <c:v>-1.6530300000000001E-2</c:v>
                </c:pt>
                <c:pt idx="248">
                  <c:v>-1.41943E-2</c:v>
                </c:pt>
                <c:pt idx="249">
                  <c:v>-1.24923E-2</c:v>
                </c:pt>
                <c:pt idx="250">
                  <c:v>-9.1248100000000006E-3</c:v>
                </c:pt>
                <c:pt idx="251">
                  <c:v>-8.12592E-3</c:v>
                </c:pt>
                <c:pt idx="252">
                  <c:v>-5.0940100000000004E-4</c:v>
                </c:pt>
                <c:pt idx="253">
                  <c:v>-4.7644100000000002E-3</c:v>
                </c:pt>
                <c:pt idx="254">
                  <c:v>4.4053200000000001E-2</c:v>
                </c:pt>
                <c:pt idx="255">
                  <c:v>-3.4079999999999999E-2</c:v>
                </c:pt>
                <c:pt idx="256">
                  <c:v>6.3926399999999994E-2</c:v>
                </c:pt>
                <c:pt idx="257">
                  <c:v>8.61508E-2</c:v>
                </c:pt>
                <c:pt idx="258">
                  <c:v>9.3856099999999998E-2</c:v>
                </c:pt>
                <c:pt idx="259">
                  <c:v>0.100393</c:v>
                </c:pt>
                <c:pt idx="260">
                  <c:v>0.106456</c:v>
                </c:pt>
                <c:pt idx="261">
                  <c:v>0.112621</c:v>
                </c:pt>
                <c:pt idx="262">
                  <c:v>0.117678</c:v>
                </c:pt>
                <c:pt idx="263">
                  <c:v>0.12289899999999999</c:v>
                </c:pt>
                <c:pt idx="264">
                  <c:v>0.12756799999999999</c:v>
                </c:pt>
                <c:pt idx="265">
                  <c:v>0.132269</c:v>
                </c:pt>
                <c:pt idx="266">
                  <c:v>0.13666</c:v>
                </c:pt>
                <c:pt idx="267">
                  <c:v>0.141009</c:v>
                </c:pt>
                <c:pt idx="268">
                  <c:v>0.14516599999999999</c:v>
                </c:pt>
                <c:pt idx="269">
                  <c:v>0.14926</c:v>
                </c:pt>
                <c:pt idx="270">
                  <c:v>0.15323000000000001</c:v>
                </c:pt>
                <c:pt idx="271">
                  <c:v>0.15714</c:v>
                </c:pt>
                <c:pt idx="272">
                  <c:v>0.160967</c:v>
                </c:pt>
                <c:pt idx="273">
                  <c:v>0.164743</c:v>
                </c:pt>
                <c:pt idx="274">
                  <c:v>0.168461</c:v>
                </c:pt>
                <c:pt idx="275">
                  <c:v>0.17214099999999999</c:v>
                </c:pt>
                <c:pt idx="276">
                  <c:v>0.17578099999999999</c:v>
                </c:pt>
                <c:pt idx="277">
                  <c:v>0.179394</c:v>
                </c:pt>
                <c:pt idx="278">
                  <c:v>0.18298</c:v>
                </c:pt>
                <c:pt idx="279">
                  <c:v>0.18654999999999999</c:v>
                </c:pt>
                <c:pt idx="280">
                  <c:v>0.190104</c:v>
                </c:pt>
                <c:pt idx="281">
                  <c:v>0.19365099999999999</c:v>
                </c:pt>
                <c:pt idx="282">
                  <c:v>0.19719200000000001</c:v>
                </c:pt>
                <c:pt idx="283">
                  <c:v>0.20073299999999999</c:v>
                </c:pt>
                <c:pt idx="284">
                  <c:v>0.20427799999999999</c:v>
                </c:pt>
                <c:pt idx="285">
                  <c:v>0.20782999999999999</c:v>
                </c:pt>
                <c:pt idx="286">
                  <c:v>0.211392</c:v>
                </c:pt>
                <c:pt idx="287">
                  <c:v>0.21496899999999999</c:v>
                </c:pt>
                <c:pt idx="288">
                  <c:v>0.21856400000000001</c:v>
                </c:pt>
                <c:pt idx="289">
                  <c:v>0.22217999999999999</c:v>
                </c:pt>
                <c:pt idx="290">
                  <c:v>0.22581999999999999</c:v>
                </c:pt>
                <c:pt idx="291">
                  <c:v>0.229488</c:v>
                </c:pt>
                <c:pt idx="292">
                  <c:v>0.23318700000000001</c:v>
                </c:pt>
                <c:pt idx="293">
                  <c:v>0.23691999999999999</c:v>
                </c:pt>
                <c:pt idx="294">
                  <c:v>0.24069199999999999</c:v>
                </c:pt>
                <c:pt idx="295">
                  <c:v>0.244507</c:v>
                </c:pt>
                <c:pt idx="296">
                  <c:v>0.24836800000000001</c:v>
                </c:pt>
                <c:pt idx="297">
                  <c:v>0.25227899999999998</c:v>
                </c:pt>
                <c:pt idx="298">
                  <c:v>0.256245</c:v>
                </c:pt>
                <c:pt idx="299">
                  <c:v>0.26026899999999997</c:v>
                </c:pt>
                <c:pt idx="300">
                  <c:v>0.26435599999999998</c:v>
                </c:pt>
                <c:pt idx="301">
                  <c:v>0.268509</c:v>
                </c:pt>
                <c:pt idx="302">
                  <c:v>0.27273199999999997</c:v>
                </c:pt>
                <c:pt idx="303">
                  <c:v>0.27703100000000003</c:v>
                </c:pt>
                <c:pt idx="304">
                  <c:v>0.28141100000000002</c:v>
                </c:pt>
                <c:pt idx="305">
                  <c:v>0.28587499999999999</c:v>
                </c:pt>
                <c:pt idx="306">
                  <c:v>0.290435</c:v>
                </c:pt>
                <c:pt idx="307">
                  <c:v>0.29509299999999999</c:v>
                </c:pt>
                <c:pt idx="308">
                  <c:v>0.29986200000000002</c:v>
                </c:pt>
                <c:pt idx="309">
                  <c:v>0.30474699999999999</c:v>
                </c:pt>
                <c:pt idx="310">
                  <c:v>0.30975799999999998</c:v>
                </c:pt>
                <c:pt idx="311">
                  <c:v>0.31490600000000002</c:v>
                </c:pt>
                <c:pt idx="312">
                  <c:v>0.32019799999999998</c:v>
                </c:pt>
                <c:pt idx="313">
                  <c:v>0.325654</c:v>
                </c:pt>
                <c:pt idx="314">
                  <c:v>0.33128800000000003</c:v>
                </c:pt>
                <c:pt idx="315">
                  <c:v>0.33711799999999997</c:v>
                </c:pt>
                <c:pt idx="316">
                  <c:v>0.34316600000000003</c:v>
                </c:pt>
                <c:pt idx="317">
                  <c:v>0.349466</c:v>
                </c:pt>
                <c:pt idx="318">
                  <c:v>0.35607</c:v>
                </c:pt>
                <c:pt idx="319">
                  <c:v>0.362985</c:v>
                </c:pt>
                <c:pt idx="320">
                  <c:v>0.37023099999999998</c:v>
                </c:pt>
                <c:pt idx="321">
                  <c:v>0.37796000000000002</c:v>
                </c:pt>
                <c:pt idx="322">
                  <c:v>0.38618799999999998</c:v>
                </c:pt>
                <c:pt idx="323">
                  <c:v>0.39503300000000002</c:v>
                </c:pt>
                <c:pt idx="324">
                  <c:v>0.40477999999999997</c:v>
                </c:pt>
                <c:pt idx="325">
                  <c:v>0.41532799999999997</c:v>
                </c:pt>
                <c:pt idx="326">
                  <c:v>0.427707</c:v>
                </c:pt>
                <c:pt idx="327">
                  <c:v>0.43971500000000002</c:v>
                </c:pt>
                <c:pt idx="328">
                  <c:v>0.46031300000000003</c:v>
                </c:pt>
                <c:pt idx="329">
                  <c:v>0.48383300000000001</c:v>
                </c:pt>
                <c:pt idx="330">
                  <c:v>0.50322199999999995</c:v>
                </c:pt>
                <c:pt idx="331">
                  <c:v>0.52751700000000001</c:v>
                </c:pt>
                <c:pt idx="332">
                  <c:v>0.55143500000000001</c:v>
                </c:pt>
                <c:pt idx="333">
                  <c:v>0.57496100000000006</c:v>
                </c:pt>
                <c:pt idx="334">
                  <c:v>0.60086600000000001</c:v>
                </c:pt>
                <c:pt idx="335">
                  <c:v>0.62725500000000001</c:v>
                </c:pt>
                <c:pt idx="336">
                  <c:v>0.65571400000000002</c:v>
                </c:pt>
                <c:pt idx="337">
                  <c:v>0.68546899999999999</c:v>
                </c:pt>
                <c:pt idx="338">
                  <c:v>0.71681700000000004</c:v>
                </c:pt>
                <c:pt idx="339">
                  <c:v>0.74958100000000005</c:v>
                </c:pt>
                <c:pt idx="340">
                  <c:v>0.783497</c:v>
                </c:pt>
                <c:pt idx="341">
                  <c:v>0.81796999999999997</c:v>
                </c:pt>
                <c:pt idx="342">
                  <c:v>0.85254799999999997</c:v>
                </c:pt>
                <c:pt idx="343">
                  <c:v>0.88638799999999995</c:v>
                </c:pt>
                <c:pt idx="344">
                  <c:v>0.91859800000000003</c:v>
                </c:pt>
                <c:pt idx="345">
                  <c:v>0.94790600000000003</c:v>
                </c:pt>
                <c:pt idx="346">
                  <c:v>0.97280599999999995</c:v>
                </c:pt>
                <c:pt idx="347">
                  <c:v>0.99136999999999997</c:v>
                </c:pt>
                <c:pt idx="348">
                  <c:v>1.0012399999999999</c:v>
                </c:pt>
                <c:pt idx="349">
                  <c:v>0.99952399999999997</c:v>
                </c:pt>
                <c:pt idx="350">
                  <c:v>0.98277199999999998</c:v>
                </c:pt>
                <c:pt idx="351">
                  <c:v>0.94690200000000002</c:v>
                </c:pt>
                <c:pt idx="352">
                  <c:v>0.88727299999999998</c:v>
                </c:pt>
                <c:pt idx="353">
                  <c:v>0.79876599999999998</c:v>
                </c:pt>
                <c:pt idx="354">
                  <c:v>0.67611299999999996</c:v>
                </c:pt>
                <c:pt idx="355">
                  <c:v>0.51430600000000004</c:v>
                </c:pt>
                <c:pt idx="356">
                  <c:v>0.30918400000000001</c:v>
                </c:pt>
                <c:pt idx="357">
                  <c:v>5.8464200000000001E-2</c:v>
                </c:pt>
                <c:pt idx="358">
                  <c:v>-0.23781099999999999</c:v>
                </c:pt>
                <c:pt idx="359">
                  <c:v>-0.57615499999999997</c:v>
                </c:pt>
                <c:pt idx="360">
                  <c:v>-0.94995799999999997</c:v>
                </c:pt>
                <c:pt idx="361">
                  <c:v>-1.34921</c:v>
                </c:pt>
                <c:pt idx="362">
                  <c:v>-1.76206</c:v>
                </c:pt>
                <c:pt idx="363">
                  <c:v>-2.1764999999999999</c:v>
                </c:pt>
                <c:pt idx="364">
                  <c:v>-2.5808900000000001</c:v>
                </c:pt>
                <c:pt idx="365">
                  <c:v>-2.9662099999999998</c:v>
                </c:pt>
                <c:pt idx="366">
                  <c:v>-3.3254800000000002</c:v>
                </c:pt>
                <c:pt idx="367">
                  <c:v>-3.6558700000000002</c:v>
                </c:pt>
                <c:pt idx="368">
                  <c:v>-3.9551799999999999</c:v>
                </c:pt>
                <c:pt idx="369">
                  <c:v>-4.2234400000000001</c:v>
                </c:pt>
                <c:pt idx="370">
                  <c:v>-4.4635199999999999</c:v>
                </c:pt>
                <c:pt idx="371">
                  <c:v>-4.6777499999999996</c:v>
                </c:pt>
                <c:pt idx="372">
                  <c:v>-4.8680700000000003</c:v>
                </c:pt>
                <c:pt idx="373">
                  <c:v>-5.0369200000000003</c:v>
                </c:pt>
                <c:pt idx="374">
                  <c:v>-5.1898600000000004</c:v>
                </c:pt>
                <c:pt idx="375">
                  <c:v>-5.3266900000000001</c:v>
                </c:pt>
                <c:pt idx="376">
                  <c:v>-5.4502499999999996</c:v>
                </c:pt>
                <c:pt idx="377">
                  <c:v>-5.5628000000000002</c:v>
                </c:pt>
                <c:pt idx="378">
                  <c:v>-5.6638500000000001</c:v>
                </c:pt>
                <c:pt idx="379">
                  <c:v>-5.7565299999999997</c:v>
                </c:pt>
                <c:pt idx="380">
                  <c:v>-5.8427600000000002</c:v>
                </c:pt>
                <c:pt idx="381">
                  <c:v>-5.9220600000000001</c:v>
                </c:pt>
                <c:pt idx="382">
                  <c:v>-5.9956100000000001</c:v>
                </c:pt>
                <c:pt idx="383">
                  <c:v>-6.0666700000000002</c:v>
                </c:pt>
                <c:pt idx="384">
                  <c:v>-6.1342299999999996</c:v>
                </c:pt>
                <c:pt idx="385">
                  <c:v>-6.1985400000000004</c:v>
                </c:pt>
                <c:pt idx="386">
                  <c:v>-6.2619699999999998</c:v>
                </c:pt>
                <c:pt idx="387">
                  <c:v>-6.3247</c:v>
                </c:pt>
                <c:pt idx="388">
                  <c:v>-6.3868999999999998</c:v>
                </c:pt>
                <c:pt idx="389">
                  <c:v>-6.4490400000000001</c:v>
                </c:pt>
                <c:pt idx="390">
                  <c:v>-6.5119699999999998</c:v>
                </c:pt>
                <c:pt idx="391">
                  <c:v>-6.5740499999999997</c:v>
                </c:pt>
                <c:pt idx="392">
                  <c:v>-6.6367099999999999</c:v>
                </c:pt>
                <c:pt idx="393">
                  <c:v>-6.6987899999999998</c:v>
                </c:pt>
                <c:pt idx="394">
                  <c:v>-6.7622299999999997</c:v>
                </c:pt>
                <c:pt idx="395">
                  <c:v>-6.8231400000000004</c:v>
                </c:pt>
                <c:pt idx="396">
                  <c:v>-6.8819600000000003</c:v>
                </c:pt>
                <c:pt idx="397">
                  <c:v>-6.9378299999999999</c:v>
                </c:pt>
                <c:pt idx="398">
                  <c:v>-6.9879600000000002</c:v>
                </c:pt>
                <c:pt idx="399">
                  <c:v>-7.0317800000000004</c:v>
                </c:pt>
                <c:pt idx="400">
                  <c:v>-7.0657699999999997</c:v>
                </c:pt>
                <c:pt idx="401">
                  <c:v>-7.0884299999999998</c:v>
                </c:pt>
                <c:pt idx="402">
                  <c:v>-7.0954899999999999</c:v>
                </c:pt>
                <c:pt idx="403">
                  <c:v>-7.0845000000000002</c:v>
                </c:pt>
                <c:pt idx="404">
                  <c:v>-7.0538499999999997</c:v>
                </c:pt>
                <c:pt idx="405">
                  <c:v>-7.0002199999999997</c:v>
                </c:pt>
                <c:pt idx="406">
                  <c:v>-6.9215400000000002</c:v>
                </c:pt>
                <c:pt idx="407">
                  <c:v>-6.8182200000000002</c:v>
                </c:pt>
                <c:pt idx="408">
                  <c:v>-6.6892199999999997</c:v>
                </c:pt>
                <c:pt idx="409">
                  <c:v>-6.5360300000000002</c:v>
                </c:pt>
                <c:pt idx="410">
                  <c:v>-6.3612900000000003</c:v>
                </c:pt>
                <c:pt idx="411">
                  <c:v>-6.1671899999999997</c:v>
                </c:pt>
                <c:pt idx="412">
                  <c:v>-5.9580099999999998</c:v>
                </c:pt>
                <c:pt idx="413">
                  <c:v>-5.7372899999999998</c:v>
                </c:pt>
                <c:pt idx="414">
                  <c:v>-5.5091799999999997</c:v>
                </c:pt>
                <c:pt idx="415">
                  <c:v>-5.27773</c:v>
                </c:pt>
                <c:pt idx="416">
                  <c:v>-5.0461900000000002</c:v>
                </c:pt>
                <c:pt idx="417">
                  <c:v>-4.8178099999999997</c:v>
                </c:pt>
                <c:pt idx="418">
                  <c:v>-4.59511</c:v>
                </c:pt>
                <c:pt idx="419">
                  <c:v>-4.3799700000000001</c:v>
                </c:pt>
                <c:pt idx="420">
                  <c:v>-4.17361</c:v>
                </c:pt>
                <c:pt idx="421">
                  <c:v>-3.9769100000000002</c:v>
                </c:pt>
                <c:pt idx="422">
                  <c:v>-3.79013</c:v>
                </c:pt>
                <c:pt idx="423">
                  <c:v>-3.61314</c:v>
                </c:pt>
                <c:pt idx="424">
                  <c:v>-3.44557</c:v>
                </c:pt>
                <c:pt idx="425">
                  <c:v>-3.2868900000000001</c:v>
                </c:pt>
                <c:pt idx="426">
                  <c:v>-3.1364299999999998</c:v>
                </c:pt>
                <c:pt idx="427">
                  <c:v>-2.9934799999999999</c:v>
                </c:pt>
                <c:pt idx="428">
                  <c:v>-2.8572299999999999</c:v>
                </c:pt>
                <c:pt idx="429">
                  <c:v>-2.7269100000000002</c:v>
                </c:pt>
                <c:pt idx="430">
                  <c:v>-2.60155</c:v>
                </c:pt>
                <c:pt idx="431">
                  <c:v>-2.48028</c:v>
                </c:pt>
                <c:pt idx="432">
                  <c:v>-2.3619400000000002</c:v>
                </c:pt>
                <c:pt idx="433">
                  <c:v>-2.2455699999999998</c:v>
                </c:pt>
                <c:pt idx="434">
                  <c:v>-2.1296400000000002</c:v>
                </c:pt>
                <c:pt idx="435">
                  <c:v>-2.0131000000000001</c:v>
                </c:pt>
                <c:pt idx="436">
                  <c:v>-1.89361</c:v>
                </c:pt>
                <c:pt idx="437">
                  <c:v>-1.7706599999999999</c:v>
                </c:pt>
                <c:pt idx="438">
                  <c:v>-1.6391899999999999</c:v>
                </c:pt>
                <c:pt idx="439">
                  <c:v>-1.5019</c:v>
                </c:pt>
                <c:pt idx="440">
                  <c:v>-1.3599300000000001</c:v>
                </c:pt>
                <c:pt idx="441">
                  <c:v>-1.2123299999999999</c:v>
                </c:pt>
                <c:pt idx="442">
                  <c:v>-1.0770999999999999</c:v>
                </c:pt>
                <c:pt idx="443">
                  <c:v>-0.97394400000000003</c:v>
                </c:pt>
                <c:pt idx="444">
                  <c:v>-0.88848099999999997</c:v>
                </c:pt>
                <c:pt idx="445">
                  <c:v>-0.81340199999999996</c:v>
                </c:pt>
                <c:pt idx="446">
                  <c:v>-0.74733899999999998</c:v>
                </c:pt>
                <c:pt idx="447">
                  <c:v>-0.688662</c:v>
                </c:pt>
                <c:pt idx="448">
                  <c:v>-0.63593999999999995</c:v>
                </c:pt>
                <c:pt idx="449">
                  <c:v>-0.588395</c:v>
                </c:pt>
                <c:pt idx="450">
                  <c:v>-0.54522000000000004</c:v>
                </c:pt>
                <c:pt idx="451">
                  <c:v>-0.50591900000000001</c:v>
                </c:pt>
                <c:pt idx="452">
                  <c:v>-0.469999</c:v>
                </c:pt>
                <c:pt idx="453">
                  <c:v>-0.437116</c:v>
                </c:pt>
                <c:pt idx="454">
                  <c:v>-0.40693699999999999</c:v>
                </c:pt>
                <c:pt idx="455">
                  <c:v>-0.37921199999999999</c:v>
                </c:pt>
                <c:pt idx="456">
                  <c:v>-0.35370299999999999</c:v>
                </c:pt>
                <c:pt idx="457">
                  <c:v>-0.33021200000000001</c:v>
                </c:pt>
                <c:pt idx="458">
                  <c:v>-0.308556</c:v>
                </c:pt>
                <c:pt idx="459">
                  <c:v>-0.28857699999999997</c:v>
                </c:pt>
                <c:pt idx="460">
                  <c:v>-0.270123</c:v>
                </c:pt>
                <c:pt idx="461">
                  <c:v>-0.25306499999999998</c:v>
                </c:pt>
                <c:pt idx="462">
                  <c:v>-0.23727899999999999</c:v>
                </c:pt>
                <c:pt idx="463">
                  <c:v>-0.22265799999999999</c:v>
                </c:pt>
                <c:pt idx="464">
                  <c:v>-0.20909800000000001</c:v>
                </c:pt>
                <c:pt idx="465">
                  <c:v>-0.19651299999999999</c:v>
                </c:pt>
                <c:pt idx="466">
                  <c:v>-0.18481800000000001</c:v>
                </c:pt>
                <c:pt idx="467">
                  <c:v>-0.17393600000000001</c:v>
                </c:pt>
                <c:pt idx="468">
                  <c:v>-0.163803</c:v>
                </c:pt>
                <c:pt idx="469">
                  <c:v>-0.15434600000000001</c:v>
                </c:pt>
                <c:pt idx="470">
                  <c:v>-0.145514</c:v>
                </c:pt>
                <c:pt idx="471">
                  <c:v>-0.13725699999999999</c:v>
                </c:pt>
                <c:pt idx="472">
                  <c:v>-0.12953600000000001</c:v>
                </c:pt>
                <c:pt idx="473">
                  <c:v>-0.122305</c:v>
                </c:pt>
                <c:pt idx="474">
                  <c:v>-0.115523</c:v>
                </c:pt>
                <c:pt idx="475">
                  <c:v>-0.109151</c:v>
                </c:pt>
                <c:pt idx="476">
                  <c:v>-0.10316</c:v>
                </c:pt>
                <c:pt idx="477">
                  <c:v>-9.7508300000000006E-2</c:v>
                </c:pt>
                <c:pt idx="478">
                  <c:v>-9.2175300000000002E-2</c:v>
                </c:pt>
                <c:pt idx="479">
                  <c:v>-8.7121199999999996E-2</c:v>
                </c:pt>
                <c:pt idx="480">
                  <c:v>-8.2344500000000001E-2</c:v>
                </c:pt>
                <c:pt idx="481">
                  <c:v>-7.7799999999999994E-2</c:v>
                </c:pt>
                <c:pt idx="482">
                  <c:v>-7.3508000000000004E-2</c:v>
                </c:pt>
                <c:pt idx="483">
                  <c:v>-6.9514199999999998E-2</c:v>
                </c:pt>
                <c:pt idx="484">
                  <c:v>-6.5717600000000001E-2</c:v>
                </c:pt>
                <c:pt idx="485">
                  <c:v>-6.1998499999999998E-2</c:v>
                </c:pt>
                <c:pt idx="486">
                  <c:v>-5.85158E-2</c:v>
                </c:pt>
                <c:pt idx="487">
                  <c:v>-5.5173100000000003E-2</c:v>
                </c:pt>
                <c:pt idx="488">
                  <c:v>-5.2034499999999997E-2</c:v>
                </c:pt>
                <c:pt idx="489">
                  <c:v>-4.9017400000000003E-2</c:v>
                </c:pt>
                <c:pt idx="490">
                  <c:v>-4.6136799999999999E-2</c:v>
                </c:pt>
                <c:pt idx="491">
                  <c:v>-4.3365000000000001E-2</c:v>
                </c:pt>
                <c:pt idx="492">
                  <c:v>-4.0717799999999998E-2</c:v>
                </c:pt>
                <c:pt idx="493">
                  <c:v>-3.8216699999999999E-2</c:v>
                </c:pt>
                <c:pt idx="494">
                  <c:v>-3.5761500000000002E-2</c:v>
                </c:pt>
                <c:pt idx="495">
                  <c:v>-3.3439499999999997E-2</c:v>
                </c:pt>
                <c:pt idx="496">
                  <c:v>-3.1166599999999999E-2</c:v>
                </c:pt>
                <c:pt idx="497">
                  <c:v>-2.9004499999999999E-2</c:v>
                </c:pt>
                <c:pt idx="498">
                  <c:v>-2.6767300000000001E-2</c:v>
                </c:pt>
                <c:pt idx="499">
                  <c:v>-2.4800699999999998E-2</c:v>
                </c:pt>
                <c:pt idx="500">
                  <c:v>-2.2758799999999999E-2</c:v>
                </c:pt>
                <c:pt idx="501">
                  <c:v>-2.0490899999999999E-2</c:v>
                </c:pt>
                <c:pt idx="502">
                  <c:v>-1.8359E-2</c:v>
                </c:pt>
                <c:pt idx="503">
                  <c:v>-1.6499300000000001E-2</c:v>
                </c:pt>
                <c:pt idx="504">
                  <c:v>-1.41592E-2</c:v>
                </c:pt>
                <c:pt idx="505">
                  <c:v>-1.24587E-2</c:v>
                </c:pt>
                <c:pt idx="506">
                  <c:v>-9.0906600000000004E-3</c:v>
                </c:pt>
                <c:pt idx="507">
                  <c:v>-8.0990899999999998E-3</c:v>
                </c:pt>
                <c:pt idx="508">
                  <c:v>-4.89526E-4</c:v>
                </c:pt>
                <c:pt idx="509">
                  <c:v>-4.7465099999999998E-3</c:v>
                </c:pt>
                <c:pt idx="510">
                  <c:v>4.4072E-2</c:v>
                </c:pt>
                <c:pt idx="511">
                  <c:v>-3.4062700000000001E-2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5CA-4CDA-8E83-D0DF02C42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56293168"/>
        <c:axId val="1062314816"/>
      </c:scatterChart>
      <c:valAx>
        <c:axId val="1056293168"/>
        <c:scaling>
          <c:orientation val="minMax"/>
          <c:max val="1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2314816"/>
        <c:crosses val="autoZero"/>
        <c:crossBetween val="midCat"/>
      </c:valAx>
      <c:valAx>
        <c:axId val="1062314816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56293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22773-7445-C1DB-C994-6837A504D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823C93-6C8F-A5C1-5295-08521E248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02F89-6CD6-F1D2-B80F-30B45590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9D668-ECAC-869F-B62E-118E7375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2D121B-A0F8-8E38-20B1-AA52815B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2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04FF7-BDAA-EEB6-7681-9B67F79F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803A2-EC9C-809F-6A12-53EE8641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DAA44D-C1F9-79B4-D9C6-DC28F9EA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E5C90-4D1F-D6B1-3AAE-27653BA8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606010-F318-34CE-3E7A-1C62E1BB1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80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7A32D-6B2A-01F5-8E5A-151871D8F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D2CD3A-CE8F-CD18-A8FA-66D14D988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845C02-F1A4-92DA-0140-75826441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A6B2C7-230E-9E59-41CD-C52E14CB4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04F2B-EA82-EC11-7874-FA36B61A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45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F18DF-23AB-EA51-14CB-6447F0B6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AFAB85-8515-19EE-04F5-883D9726A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B822EF-1D2D-F36F-90C1-E0CA97F58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33DF1C-BA33-7FCB-7A93-760807D3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CE013D-CB5F-E3BB-779B-69A8484A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CC3F26-4425-E89D-CBCD-6BE80416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23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EC71A-6C51-3946-81B8-CD277B12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B1DE53-82BC-9526-9C76-7C350E66F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74BF2C-73B5-0D7C-5A8E-B5399B532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06C320-7D83-3FF8-44CA-5AED31D54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FC4BA6-8D7B-FF15-73D4-375F96DFC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B9C-A98D-68FC-1FC2-7D8E956F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AE4FF2-5F7D-DEA9-1A3A-F2182C198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D38D5D-BED2-7209-2144-D0C5800B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92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2FDA7-6CCC-A2C5-D57A-CE9EC0C49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CC2562-15B4-6E61-C5DF-9AE6ADCB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FD32EA-8FEC-3035-176E-CA7D9413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BEC5DA-576F-E829-81CC-6BBE8B3E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62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B3DCED-EB9A-CCB2-1120-1AFD8FAC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247D75-092B-E879-9B78-A3013D01E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5218D4-EB59-3C06-18F1-3E900A16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583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AF216-C787-8E96-8F73-F6E58019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7D4248-E4EB-0D72-1CDA-63227C2D2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B5944D-78BE-7C76-B046-7F3C0881D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A5C052-69EE-9FA1-3451-7E9E0C8E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007F3B-23BA-0BC5-7384-4F2AEB5A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1CD7BA-8016-D246-3E3C-5E027F03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58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0926D-9329-4DB9-8B43-60C893DF6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6BE3D2-0A8A-6A00-9D2F-26CEA3952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0F09D4-F85C-1301-B402-463F1DA7B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72E67-EBF0-292C-D0EB-0222B09A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4E4705-2B68-6AD9-8B6B-A4E19343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E6BC19-1A5C-2711-CC80-EB389DC4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38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4A562-05B0-5AA1-2127-6FAC7604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A9CA1B-65D4-83FD-3E18-900FBD281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EA4E9-E923-7E0F-4E5F-D4DC0B00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95194C-510D-FDCB-EC9E-8EE6AB2D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3583BE-5A81-FFAD-8F44-2A8960F2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48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5D6D9B-9EE1-18FF-9C36-862A9EB52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BFCC67-123C-9356-B082-BB1D6FCF1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518BFA-3913-165B-4414-F577F130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0BC9E-29D3-EE7A-4AB7-BB54D66D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9881FB-518A-80B6-B26D-D15B7B9C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084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62146A-BCA0-CA61-0723-25A42067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A3C659-E36F-B771-8C10-12D296F9F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298E06-DAAC-88C1-3446-BBA8C3800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A8B3B-1C4C-41A5-9AE6-DC36EC47715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64B64-34AF-B9DC-73A4-59909B689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322A60-4F82-B5CB-CEEC-438459DE1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4F4F3-D2B5-4E7E-BFEB-8BAEC608E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88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343E0-31AB-B83E-843D-BF3C60780CE0}"/>
              </a:ext>
            </a:extLst>
          </p:cNvPr>
          <p:cNvSpPr txBox="1"/>
          <p:nvPr/>
        </p:nvSpPr>
        <p:spPr>
          <a:xfrm>
            <a:off x="9861755" y="6488668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2021010506 </a:t>
            </a:r>
            <a:r>
              <a:rPr lang="ko-KR" altLang="en-US" dirty="0"/>
              <a:t>김벼리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6CA1F-0B30-C07D-F08B-79A5959A74DC}"/>
              </a:ext>
            </a:extLst>
          </p:cNvPr>
          <p:cNvSpPr txBox="1"/>
          <p:nvPr/>
        </p:nvSpPr>
        <p:spPr>
          <a:xfrm>
            <a:off x="1288947" y="3136612"/>
            <a:ext cx="9614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NACA 4412 airfoil </a:t>
            </a:r>
            <a:r>
              <a:rPr lang="ko-KR" altLang="en-US" sz="3200" b="1" dirty="0"/>
              <a:t>격자 생성 및 </a:t>
            </a:r>
            <a:r>
              <a:rPr lang="en-US" altLang="ko-KR" sz="3200" b="1" dirty="0"/>
              <a:t>Cp, Velocity </a:t>
            </a:r>
            <a:r>
              <a:rPr lang="ko-KR" altLang="en-US" sz="3200" b="1" dirty="0"/>
              <a:t>해석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3124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B09D7-B484-E89A-3705-80983710A58A}"/>
              </a:ext>
            </a:extLst>
          </p:cNvPr>
          <p:cNvSpPr txBox="1"/>
          <p:nvPr/>
        </p:nvSpPr>
        <p:spPr>
          <a:xfrm>
            <a:off x="1001684" y="170412"/>
            <a:ext cx="10178934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NACA 4412 </a:t>
            </a:r>
            <a:r>
              <a:rPr lang="ko-KR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격자</a:t>
            </a:r>
          </a:p>
        </p:txBody>
      </p:sp>
      <p:pic>
        <p:nvPicPr>
          <p:cNvPr id="6" name="그림 5" descr="스크린샷, 다채로움, 오렌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D706FC-A9CD-6E42-E76D-F7005DE2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0" b="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8" name="그림 7" descr="스크린샷, 텍스트, 예술, 빛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927972-C644-5437-22C5-225A9E6D60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68" r="11080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9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C7246-993D-5FD8-AAC7-AF8A0514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2C480-C495-BE00-4BD0-2CFF8E9CC583}"/>
              </a:ext>
            </a:extLst>
          </p:cNvPr>
          <p:cNvSpPr txBox="1"/>
          <p:nvPr/>
        </p:nvSpPr>
        <p:spPr>
          <a:xfrm>
            <a:off x="0" y="0"/>
            <a:ext cx="6164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해석 조건 </a:t>
            </a:r>
            <a:endParaRPr lang="en-US" altLang="ko-KR" b="1" dirty="0"/>
          </a:p>
          <a:p>
            <a:r>
              <a:rPr lang="en-US" altLang="ko-KR" b="1" dirty="0"/>
              <a:t>MACH_NUMBER= 0.09</a:t>
            </a:r>
          </a:p>
          <a:p>
            <a:r>
              <a:rPr lang="en-US" altLang="ko-KR" b="1" dirty="0"/>
              <a:t>AOA= 13.87</a:t>
            </a:r>
          </a:p>
          <a:p>
            <a:r>
              <a:rPr lang="en-US" altLang="ko-KR" b="1" dirty="0"/>
              <a:t>FREESTREAM_TEMPERATURE=293.0</a:t>
            </a:r>
          </a:p>
          <a:p>
            <a:r>
              <a:rPr lang="en-US" altLang="ko-KR" b="1" dirty="0"/>
              <a:t>FREESTREAM_PRESSURE=101325.0</a:t>
            </a:r>
          </a:p>
          <a:p>
            <a:r>
              <a:rPr lang="en-US" altLang="ko-KR" b="1" dirty="0"/>
              <a:t>REYNOLDS_NUMBER= 1.52e6</a:t>
            </a:r>
          </a:p>
          <a:p>
            <a:r>
              <a:rPr lang="en-US" altLang="ko-KR" b="1" dirty="0"/>
              <a:t>REYNOLDS_LENGTH= 1.0</a:t>
            </a:r>
            <a:endParaRPr lang="ko-KR" altLang="en-US" b="1" dirty="0"/>
          </a:p>
        </p:txBody>
      </p:sp>
      <p:pic>
        <p:nvPicPr>
          <p:cNvPr id="4" name="그림 3" descr="스크린샷, 디자인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FCA8C8-6097-DA35-4A5B-2A58C7EE7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68" y="2453888"/>
            <a:ext cx="4494570" cy="3578201"/>
          </a:xfrm>
          <a:prstGeom prst="rect">
            <a:avLst/>
          </a:prstGeom>
        </p:spPr>
      </p:pic>
      <p:pic>
        <p:nvPicPr>
          <p:cNvPr id="6" name="그림 5" descr="스크린샷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2E6C08-228A-EB85-CD6D-43A720AD6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5" y="2474909"/>
            <a:ext cx="6569177" cy="35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2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75AA-0AEE-5604-C5A9-4CD45F1D3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ABD58F-C7B8-34FE-B29B-F0A39100F3E1}"/>
              </a:ext>
            </a:extLst>
          </p:cNvPr>
          <p:cNvSpPr txBox="1"/>
          <p:nvPr/>
        </p:nvSpPr>
        <p:spPr>
          <a:xfrm>
            <a:off x="0" y="0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CP </a:t>
            </a:r>
            <a:r>
              <a:rPr lang="ko-KR" altLang="en-US" b="1" dirty="0"/>
              <a:t>값</a:t>
            </a: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6D703EF5-29A1-1934-69BD-7D66A4330E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0079191"/>
              </p:ext>
            </p:extLst>
          </p:nvPr>
        </p:nvGraphicFramePr>
        <p:xfrm>
          <a:off x="1805448" y="1894544"/>
          <a:ext cx="8581103" cy="4963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EEB4D9F-9DC9-BE22-66BD-06A0A59B7CD0}"/>
              </a:ext>
            </a:extLst>
          </p:cNvPr>
          <p:cNvSpPr txBox="1"/>
          <p:nvPr/>
        </p:nvSpPr>
        <p:spPr>
          <a:xfrm>
            <a:off x="0" y="369332"/>
            <a:ext cx="26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CP </a:t>
            </a:r>
            <a:r>
              <a:rPr lang="ko-KR" altLang="en-US" b="1" dirty="0"/>
              <a:t>최댓값 </a:t>
            </a:r>
            <a:r>
              <a:rPr lang="en-US" altLang="ko-KR" b="1" dirty="0"/>
              <a:t>: 1.00124</a:t>
            </a:r>
            <a:br>
              <a:rPr lang="en-US" altLang="ko-KR" b="1" dirty="0"/>
            </a:br>
            <a:r>
              <a:rPr lang="en-US" altLang="ko-KR" b="1" dirty="0"/>
              <a:t>CP </a:t>
            </a:r>
            <a:r>
              <a:rPr lang="ko-KR" altLang="en-US" b="1" dirty="0"/>
              <a:t>최소값 </a:t>
            </a:r>
            <a:r>
              <a:rPr lang="en-US" altLang="ko-KR" b="1" dirty="0"/>
              <a:t>: -7.09549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78893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C5019-3945-A395-23F3-7C8766AE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다채로움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7059A5-EFF9-4757-75BF-CF33058A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6" y="2052098"/>
            <a:ext cx="5732207" cy="4420372"/>
          </a:xfrm>
          <a:prstGeom prst="rect">
            <a:avLst/>
          </a:prstGeom>
        </p:spPr>
      </p:pic>
      <p:pic>
        <p:nvPicPr>
          <p:cNvPr id="5" name="그림 4" descr="다채로움, 무지개, 스크린샷, 벡터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66729C-8293-1A3D-BDBE-4E91A11564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8" t="18696" r="1976" b="22862"/>
          <a:stretch>
            <a:fillRect/>
          </a:stretch>
        </p:blipFill>
        <p:spPr>
          <a:xfrm>
            <a:off x="6543460" y="1209368"/>
            <a:ext cx="5510889" cy="2315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A6401A-ED8D-D011-77F1-DA23C1D31F95}"/>
              </a:ext>
            </a:extLst>
          </p:cNvPr>
          <p:cNvSpPr txBox="1"/>
          <p:nvPr/>
        </p:nvSpPr>
        <p:spPr>
          <a:xfrm>
            <a:off x="1499418" y="589934"/>
            <a:ext cx="416887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trailing edge </a:t>
            </a:r>
            <a:r>
              <a:rPr lang="ko-KR" altLang="en-US" b="1" dirty="0"/>
              <a:t>부분 유동 박리 확인</a:t>
            </a:r>
            <a:endParaRPr lang="en-US" altLang="ko-KR" b="1" dirty="0"/>
          </a:p>
          <a:p>
            <a:pPr algn="ctr"/>
            <a:endParaRPr lang="ko-KR" altLang="en-US" sz="1100" b="1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C95E536-7785-F947-8A19-0159087A3003}"/>
              </a:ext>
            </a:extLst>
          </p:cNvPr>
          <p:cNvSpPr/>
          <p:nvPr/>
        </p:nvSpPr>
        <p:spPr>
          <a:xfrm>
            <a:off x="4267200" y="3873910"/>
            <a:ext cx="1170039" cy="77674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D2804CD1-3831-38D3-4420-6C43F335A317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5184061" y="2116395"/>
            <a:ext cx="1425674" cy="2089356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33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66</Words>
  <Application>Microsoft Office PowerPoint</Application>
  <PresentationFormat>와이드스크린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벼리 김</dc:creator>
  <cp:lastModifiedBy>벼리 김</cp:lastModifiedBy>
  <cp:revision>1</cp:revision>
  <dcterms:created xsi:type="dcterms:W3CDTF">2025-12-04T03:01:03Z</dcterms:created>
  <dcterms:modified xsi:type="dcterms:W3CDTF">2025-12-04T03:42:47Z</dcterms:modified>
</cp:coreProperties>
</file>