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11&#51452;&#52264;\&#49689;&#51228;\slice%200.5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11&#51452;&#52264;\&#49689;&#51228;\slice%200.68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11&#51452;&#52264;\&#49689;&#51228;\slice%200.8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11&#51452;&#52264;\&#49689;&#51228;\slice%200.89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11&#51452;&#52264;\&#49689;&#51228;\slice%209.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0.5 cp / exp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su2_test!$H$2:$H$80</c:f>
              <c:numCache>
                <c:formatCode>General</c:formatCode>
                <c:ptCount val="79"/>
                <c:pt idx="0">
                  <c:v>0.99394185400000001</c:v>
                </c:pt>
                <c:pt idx="1">
                  <c:v>0.986599381</c:v>
                </c:pt>
                <c:pt idx="2">
                  <c:v>0.97773025499999999</c:v>
                </c:pt>
                <c:pt idx="3">
                  <c:v>0.96704368500000004</c:v>
                </c:pt>
                <c:pt idx="4">
                  <c:v>0.95423676400000002</c:v>
                </c:pt>
                <c:pt idx="5">
                  <c:v>0.93895206200000003</c:v>
                </c:pt>
                <c:pt idx="6">
                  <c:v>0.92081397300000001</c:v>
                </c:pt>
                <c:pt idx="7">
                  <c:v>0.89944689099999997</c:v>
                </c:pt>
                <c:pt idx="8">
                  <c:v>0.87448127099999995</c:v>
                </c:pt>
                <c:pt idx="9">
                  <c:v>0.84559360699999997</c:v>
                </c:pt>
                <c:pt idx="10">
                  <c:v>0.81252824599999995</c:v>
                </c:pt>
                <c:pt idx="11">
                  <c:v>0.77516341799999999</c:v>
                </c:pt>
                <c:pt idx="12">
                  <c:v>0.73354092599999998</c:v>
                </c:pt>
                <c:pt idx="13">
                  <c:v>0.68791096900000004</c:v>
                </c:pt>
                <c:pt idx="14">
                  <c:v>0.63875759499999996</c:v>
                </c:pt>
                <c:pt idx="15">
                  <c:v>0.58679930000000002</c:v>
                </c:pt>
                <c:pt idx="16">
                  <c:v>0.53296418999999995</c:v>
                </c:pt>
                <c:pt idx="17">
                  <c:v>0.47833182899999999</c:v>
                </c:pt>
                <c:pt idx="18">
                  <c:v>0.42405205200000001</c:v>
                </c:pt>
                <c:pt idx="19">
                  <c:v>0.37125227900000002</c:v>
                </c:pt>
                <c:pt idx="20">
                  <c:v>0.320946646</c:v>
                </c:pt>
                <c:pt idx="21">
                  <c:v>0.273965299</c:v>
                </c:pt>
                <c:pt idx="22">
                  <c:v>0.230910479</c:v>
                </c:pt>
                <c:pt idx="23">
                  <c:v>0.19214446299999999</c:v>
                </c:pt>
                <c:pt idx="24">
                  <c:v>0.15780380099999999</c:v>
                </c:pt>
                <c:pt idx="25">
                  <c:v>0.12783354599999999</c:v>
                </c:pt>
                <c:pt idx="26">
                  <c:v>0.10203371999999999</c:v>
                </c:pt>
                <c:pt idx="27">
                  <c:v>8.0103230999999997E-2</c:v>
                </c:pt>
                <c:pt idx="28">
                  <c:v>6.1685255000000001E-2</c:v>
                </c:pt>
                <c:pt idx="29">
                  <c:v>4.6402975999999999E-2</c:v>
                </c:pt>
                <c:pt idx="30">
                  <c:v>3.3885633999999998E-2</c:v>
                </c:pt>
                <c:pt idx="31">
                  <c:v>2.3788521999999999E-2</c:v>
                </c:pt>
                <c:pt idx="32">
                  <c:v>1.5808731999999999E-2</c:v>
                </c:pt>
                <c:pt idx="33">
                  <c:v>9.6900049999999998E-3</c:v>
                </c:pt>
                <c:pt idx="34">
                  <c:v>5.228786E-3</c:v>
                </c:pt>
                <c:pt idx="35">
                  <c:v>2.4141710000000001E-3</c:v>
                </c:pt>
                <c:pt idx="36">
                  <c:v>8.3784199999999999E-4</c:v>
                </c:pt>
                <c:pt idx="37">
                  <c:v>1.32068E-4</c:v>
                </c:pt>
                <c:pt idx="38">
                  <c:v>0</c:v>
                </c:pt>
                <c:pt idx="40">
                  <c:v>5.9672700000000002E-4</c:v>
                </c:pt>
                <c:pt idx="41">
                  <c:v>2.256054E-3</c:v>
                </c:pt>
                <c:pt idx="42">
                  <c:v>5.160329E-3</c:v>
                </c:pt>
                <c:pt idx="43">
                  <c:v>9.2810800000000006E-3</c:v>
                </c:pt>
                <c:pt idx="44">
                  <c:v>1.4922425E-2</c:v>
                </c:pt>
                <c:pt idx="45">
                  <c:v>2.2237031000000001E-2</c:v>
                </c:pt>
                <c:pt idx="46">
                  <c:v>3.1422998000000001E-2</c:v>
                </c:pt>
                <c:pt idx="47">
                  <c:v>4.2729316000000003E-2</c:v>
                </c:pt>
                <c:pt idx="48">
                  <c:v>5.6451622999999999E-2</c:v>
                </c:pt>
                <c:pt idx="49">
                  <c:v>7.2921298999999995E-2</c:v>
                </c:pt>
                <c:pt idx="50">
                  <c:v>9.2489716E-2</c:v>
                </c:pt>
                <c:pt idx="51">
                  <c:v>0.11550824799999999</c:v>
                </c:pt>
                <c:pt idx="52">
                  <c:v>0.14230161099999999</c:v>
                </c:pt>
                <c:pt idx="53">
                  <c:v>0.17313030500000001</c:v>
                </c:pt>
                <c:pt idx="54">
                  <c:v>0.20815584000000001</c:v>
                </c:pt>
                <c:pt idx="55">
                  <c:v>0.247392004</c:v>
                </c:pt>
                <c:pt idx="56">
                  <c:v>0.29066881900000002</c:v>
                </c:pt>
                <c:pt idx="57">
                  <c:v>0.33760230699999999</c:v>
                </c:pt>
                <c:pt idx="58">
                  <c:v>0.387583224</c:v>
                </c:pt>
                <c:pt idx="59">
                  <c:v>0.43979475000000001</c:v>
                </c:pt>
                <c:pt idx="60">
                  <c:v>0.493250619</c:v>
                </c:pt>
                <c:pt idx="61">
                  <c:v>0.54686763599999999</c:v>
                </c:pt>
                <c:pt idx="62">
                  <c:v>0.59954685100000005</c:v>
                </c:pt>
                <c:pt idx="63">
                  <c:v>0.65026322599999997</c:v>
                </c:pt>
                <c:pt idx="64">
                  <c:v>0.69813954300000003</c:v>
                </c:pt>
                <c:pt idx="65">
                  <c:v>0.74250031800000005</c:v>
                </c:pt>
                <c:pt idx="66">
                  <c:v>0.78289967100000002</c:v>
                </c:pt>
                <c:pt idx="67">
                  <c:v>0.81911345099999999</c:v>
                </c:pt>
                <c:pt idx="68">
                  <c:v>0.85111681900000002</c:v>
                </c:pt>
                <c:pt idx="69">
                  <c:v>0.87904911299999999</c:v>
                </c:pt>
                <c:pt idx="70">
                  <c:v>0.90315447699999996</c:v>
                </c:pt>
                <c:pt idx="71">
                  <c:v>0.92377034800000002</c:v>
                </c:pt>
                <c:pt idx="72">
                  <c:v>0.94125415700000004</c:v>
                </c:pt>
                <c:pt idx="73">
                  <c:v>0.955975452</c:v>
                </c:pt>
                <c:pt idx="74">
                  <c:v>0.96830983800000003</c:v>
                </c:pt>
                <c:pt idx="75">
                  <c:v>0.97858445400000005</c:v>
                </c:pt>
                <c:pt idx="76">
                  <c:v>0.98712038099999999</c:v>
                </c:pt>
                <c:pt idx="77">
                  <c:v>0.99417206300000005</c:v>
                </c:pt>
                <c:pt idx="78">
                  <c:v>1</c:v>
                </c:pt>
              </c:numCache>
            </c:numRef>
          </c:xVal>
          <c:yVal>
            <c:numRef>
              <c:f>su2_test!$I$2:$I$80</c:f>
              <c:numCache>
                <c:formatCode>General</c:formatCode>
                <c:ptCount val="79"/>
                <c:pt idx="0">
                  <c:v>1.1994787043606248</c:v>
                </c:pt>
                <c:pt idx="1">
                  <c:v>0.74495699348589639</c:v>
                </c:pt>
                <c:pt idx="2">
                  <c:v>0.19312419506301043</c:v>
                </c:pt>
                <c:pt idx="3">
                  <c:v>0.52463869935673413</c:v>
                </c:pt>
                <c:pt idx="4">
                  <c:v>0.21645811481256866</c:v>
                </c:pt>
                <c:pt idx="5">
                  <c:v>0.10773933316462693</c:v>
                </c:pt>
                <c:pt idx="6">
                  <c:v>0.16569963753019629</c:v>
                </c:pt>
                <c:pt idx="7">
                  <c:v>4.6955912582444359E-2</c:v>
                </c:pt>
                <c:pt idx="8">
                  <c:v>7.6454596315219225E-2</c:v>
                </c:pt>
                <c:pt idx="9">
                  <c:v>3.6412437732643965E-2</c:v>
                </c:pt>
                <c:pt idx="10">
                  <c:v>-1.0485860233134813E-2</c:v>
                </c:pt>
                <c:pt idx="11">
                  <c:v>-1.7169155766341617E-2</c:v>
                </c:pt>
                <c:pt idx="12">
                  <c:v>-5.6635168182261109E-2</c:v>
                </c:pt>
                <c:pt idx="13">
                  <c:v>-8.072960087180478E-2</c:v>
                </c:pt>
                <c:pt idx="14">
                  <c:v>-0.10600513320299276</c:v>
                </c:pt>
                <c:pt idx="15">
                  <c:v>-0.13591864217576044</c:v>
                </c:pt>
                <c:pt idx="16">
                  <c:v>-0.15863608552699635</c:v>
                </c:pt>
                <c:pt idx="17">
                  <c:v>-0.18513304773149519</c:v>
                </c:pt>
                <c:pt idx="18">
                  <c:v>-0.20984395681936038</c:v>
                </c:pt>
                <c:pt idx="19">
                  <c:v>-0.23297046394892304</c:v>
                </c:pt>
                <c:pt idx="20">
                  <c:v>-0.24767947558364389</c:v>
                </c:pt>
                <c:pt idx="21">
                  <c:v>-0.27210807304984808</c:v>
                </c:pt>
                <c:pt idx="22">
                  <c:v>-0.26915820467657076</c:v>
                </c:pt>
                <c:pt idx="23">
                  <c:v>-0.27565713343644788</c:v>
                </c:pt>
                <c:pt idx="24">
                  <c:v>-0.27092697340820376</c:v>
                </c:pt>
                <c:pt idx="25">
                  <c:v>-0.27089240463820491</c:v>
                </c:pt>
                <c:pt idx="26">
                  <c:v>-0.24880296060862264</c:v>
                </c:pt>
                <c:pt idx="27">
                  <c:v>-0.20824803193772409</c:v>
                </c:pt>
                <c:pt idx="28">
                  <c:v>-0.1685746069018082</c:v>
                </c:pt>
                <c:pt idx="29">
                  <c:v>-0.11175507194621741</c:v>
                </c:pt>
                <c:pt idx="30">
                  <c:v>2.0971720466269626E-2</c:v>
                </c:pt>
                <c:pt idx="31">
                  <c:v>9.9269984514787274E-2</c:v>
                </c:pt>
                <c:pt idx="32">
                  <c:v>0.32679010572714651</c:v>
                </c:pt>
                <c:pt idx="33">
                  <c:v>0.38302197159274859</c:v>
                </c:pt>
                <c:pt idx="34">
                  <c:v>0.71816619673640358</c:v>
                </c:pt>
                <c:pt idx="35">
                  <c:v>0.32592588647716286</c:v>
                </c:pt>
                <c:pt idx="36">
                  <c:v>0.47301600282437811</c:v>
                </c:pt>
                <c:pt idx="37">
                  <c:v>0.58334799373895596</c:v>
                </c:pt>
                <c:pt idx="38">
                  <c:v>0.5855949637889134</c:v>
                </c:pt>
                <c:pt idx="40">
                  <c:v>1.1386136</c:v>
                </c:pt>
                <c:pt idx="41">
                  <c:v>0.724592287</c:v>
                </c:pt>
                <c:pt idx="42">
                  <c:v>6.8111528000000005E-2</c:v>
                </c:pt>
                <c:pt idx="43">
                  <c:v>-7.4490110999999998E-2</c:v>
                </c:pt>
                <c:pt idx="44">
                  <c:v>-0.46919971599999999</c:v>
                </c:pt>
                <c:pt idx="45">
                  <c:v>-0.70286111600000001</c:v>
                </c:pt>
                <c:pt idx="46">
                  <c:v>-0.90795086700000005</c:v>
                </c:pt>
                <c:pt idx="47">
                  <c:v>-0.95156717300000004</c:v>
                </c:pt>
                <c:pt idx="48">
                  <c:v>-0.97337165999999997</c:v>
                </c:pt>
                <c:pt idx="49">
                  <c:v>-0.94920636400000002</c:v>
                </c:pt>
                <c:pt idx="50">
                  <c:v>-0.97575446399999999</c:v>
                </c:pt>
                <c:pt idx="51">
                  <c:v>-0.87586733100000003</c:v>
                </c:pt>
                <c:pt idx="52">
                  <c:v>-0.87154162599999996</c:v>
                </c:pt>
                <c:pt idx="53">
                  <c:v>-0.829963534</c:v>
                </c:pt>
                <c:pt idx="54">
                  <c:v>-0.78425769199999995</c:v>
                </c:pt>
                <c:pt idx="55">
                  <c:v>-0.72462161300000005</c:v>
                </c:pt>
                <c:pt idx="56">
                  <c:v>-0.67994220999999999</c:v>
                </c:pt>
                <c:pt idx="57">
                  <c:v>-0.614250144</c:v>
                </c:pt>
                <c:pt idx="58">
                  <c:v>-0.55095554499999999</c:v>
                </c:pt>
                <c:pt idx="59">
                  <c:v>-0.49291777799999997</c:v>
                </c:pt>
                <c:pt idx="60">
                  <c:v>-0.438201273</c:v>
                </c:pt>
                <c:pt idx="61">
                  <c:v>-0.37510462999999999</c:v>
                </c:pt>
                <c:pt idx="62">
                  <c:v>-0.32025615400000002</c:v>
                </c:pt>
                <c:pt idx="63">
                  <c:v>-0.26666873099999999</c:v>
                </c:pt>
                <c:pt idx="64">
                  <c:v>-0.217260379</c:v>
                </c:pt>
                <c:pt idx="65">
                  <c:v>-0.16597511100000001</c:v>
                </c:pt>
                <c:pt idx="66">
                  <c:v>-0.12048921999999999</c:v>
                </c:pt>
                <c:pt idx="67">
                  <c:v>-7.6689621999999999E-2</c:v>
                </c:pt>
                <c:pt idx="68">
                  <c:v>-3.8198177E-2</c:v>
                </c:pt>
                <c:pt idx="69">
                  <c:v>4.7582758000000003E-2</c:v>
                </c:pt>
                <c:pt idx="70">
                  <c:v>2.8886913E-2</c:v>
                </c:pt>
                <c:pt idx="71">
                  <c:v>0.17977337700000001</c:v>
                </c:pt>
                <c:pt idx="72">
                  <c:v>0.19817595399999999</c:v>
                </c:pt>
                <c:pt idx="73">
                  <c:v>0.14582758900000001</c:v>
                </c:pt>
                <c:pt idx="74">
                  <c:v>0.63895798599999998</c:v>
                </c:pt>
                <c:pt idx="75">
                  <c:v>8.6220836999999995E-2</c:v>
                </c:pt>
                <c:pt idx="76">
                  <c:v>0.95106861700000001</c:v>
                </c:pt>
                <c:pt idx="77">
                  <c:v>1.402994839</c:v>
                </c:pt>
                <c:pt idx="78">
                  <c:v>-0.102504551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9A6-4A04-8722-06A1BB980E85}"/>
            </c:ext>
          </c:extLst>
        </c:ser>
        <c:ser>
          <c:idx val="0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su2_test!$L$2:$L$14</c:f>
              <c:numCache>
                <c:formatCode>General</c:formatCode>
                <c:ptCount val="13"/>
                <c:pt idx="0">
                  <c:v>0.83</c:v>
                </c:pt>
                <c:pt idx="1">
                  <c:v>0.69</c:v>
                </c:pt>
                <c:pt idx="2">
                  <c:v>0.47</c:v>
                </c:pt>
                <c:pt idx="3">
                  <c:v>0.26</c:v>
                </c:pt>
                <c:pt idx="4">
                  <c:v>0.12</c:v>
                </c:pt>
                <c:pt idx="5">
                  <c:v>0.03</c:v>
                </c:pt>
                <c:pt idx="6">
                  <c:v>0</c:v>
                </c:pt>
                <c:pt idx="8">
                  <c:v>0.04</c:v>
                </c:pt>
                <c:pt idx="9">
                  <c:v>0.2</c:v>
                </c:pt>
                <c:pt idx="10">
                  <c:v>0.49</c:v>
                </c:pt>
                <c:pt idx="11">
                  <c:v>0.69</c:v>
                </c:pt>
                <c:pt idx="12">
                  <c:v>0.85</c:v>
                </c:pt>
              </c:numCache>
            </c:numRef>
          </c:xVal>
          <c:yVal>
            <c:numRef>
              <c:f>su2_test!$M$2:$M$14</c:f>
              <c:numCache>
                <c:formatCode>General</c:formatCode>
                <c:ptCount val="13"/>
                <c:pt idx="0">
                  <c:v>-8.7359999999999993E-2</c:v>
                </c:pt>
                <c:pt idx="1">
                  <c:v>-0.20549999999999999</c:v>
                </c:pt>
                <c:pt idx="2">
                  <c:v>-0.35170000000000001</c:v>
                </c:pt>
                <c:pt idx="3">
                  <c:v>-0.53169999999999995</c:v>
                </c:pt>
                <c:pt idx="4">
                  <c:v>-0.71389999999999998</c:v>
                </c:pt>
                <c:pt idx="5">
                  <c:v>-0.86909999999999998</c:v>
                </c:pt>
                <c:pt idx="6">
                  <c:v>-0.91379999999999995</c:v>
                </c:pt>
                <c:pt idx="8">
                  <c:v>-5.6059999999999999E-2</c:v>
                </c:pt>
                <c:pt idx="9">
                  <c:v>-0.27579999999999999</c:v>
                </c:pt>
                <c:pt idx="10">
                  <c:v>-0.2195</c:v>
                </c:pt>
                <c:pt idx="11">
                  <c:v>-9.8610000000000003E-2</c:v>
                </c:pt>
                <c:pt idx="12">
                  <c:v>-3.6740000000000002E-2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9A6-4A04-8722-06A1BB980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65175087"/>
        <c:axId val="1365175567"/>
      </c:scatterChart>
      <c:valAx>
        <c:axId val="136517508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65175567"/>
        <c:crosses val="autoZero"/>
        <c:crossBetween val="midCat"/>
      </c:valAx>
      <c:valAx>
        <c:axId val="1365175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65175087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0.68 CP / EXP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'slice 0.68'!$I$2:$I$80</c:f>
              <c:numCache>
                <c:formatCode>General</c:formatCode>
                <c:ptCount val="79"/>
                <c:pt idx="0">
                  <c:v>0.99394185391386525</c:v>
                </c:pt>
                <c:pt idx="1">
                  <c:v>0.9865993808574699</c:v>
                </c:pt>
                <c:pt idx="2">
                  <c:v>0.97773025498736865</c:v>
                </c:pt>
                <c:pt idx="3">
                  <c:v>0.96704368529142715</c:v>
                </c:pt>
                <c:pt idx="4">
                  <c:v>0.95423676446533834</c:v>
                </c:pt>
                <c:pt idx="5">
                  <c:v>0.93895206189002045</c:v>
                </c:pt>
                <c:pt idx="6">
                  <c:v>0.92081397250813313</c:v>
                </c:pt>
                <c:pt idx="7">
                  <c:v>0.8994468912623359</c:v>
                </c:pt>
                <c:pt idx="8">
                  <c:v>0.87448127124137465</c:v>
                </c:pt>
                <c:pt idx="9">
                  <c:v>0.84559360744424983</c:v>
                </c:pt>
                <c:pt idx="10">
                  <c:v>0.81252824610612651</c:v>
                </c:pt>
                <c:pt idx="11">
                  <c:v>0.77516341849067349</c:v>
                </c:pt>
                <c:pt idx="12">
                  <c:v>0.73354092580588481</c:v>
                </c:pt>
                <c:pt idx="13">
                  <c:v>0.6879109694851181</c:v>
                </c:pt>
                <c:pt idx="14">
                  <c:v>0.63875759540065535</c:v>
                </c:pt>
                <c:pt idx="15">
                  <c:v>0.58679929967831246</c:v>
                </c:pt>
                <c:pt idx="16">
                  <c:v>0.53296419029848474</c:v>
                </c:pt>
                <c:pt idx="17">
                  <c:v>0.47833182889372183</c:v>
                </c:pt>
                <c:pt idx="18">
                  <c:v>0.42405205159117204</c:v>
                </c:pt>
                <c:pt idx="19">
                  <c:v>0.37125227937746486</c:v>
                </c:pt>
                <c:pt idx="20">
                  <c:v>0.32094664590741939</c:v>
                </c:pt>
                <c:pt idx="21">
                  <c:v>0.27396529893921856</c:v>
                </c:pt>
                <c:pt idx="22">
                  <c:v>0.23091047877528517</c:v>
                </c:pt>
                <c:pt idx="23">
                  <c:v>0.19214446255156997</c:v>
                </c:pt>
                <c:pt idx="24">
                  <c:v>0.15780380088085444</c:v>
                </c:pt>
                <c:pt idx="25">
                  <c:v>0.12783354637813735</c:v>
                </c:pt>
                <c:pt idx="26">
                  <c:v>0.10203371964111542</c:v>
                </c:pt>
                <c:pt idx="27">
                  <c:v>8.0103230809307716E-2</c:v>
                </c:pt>
                <c:pt idx="28">
                  <c:v>6.1685255078240943E-2</c:v>
                </c:pt>
                <c:pt idx="29">
                  <c:v>4.6402975761357518E-2</c:v>
                </c:pt>
                <c:pt idx="30">
                  <c:v>3.3885634318185934E-2</c:v>
                </c:pt>
                <c:pt idx="31">
                  <c:v>2.3788522236425195E-2</c:v>
                </c:pt>
                <c:pt idx="32">
                  <c:v>1.5808732211768557E-2</c:v>
                </c:pt>
                <c:pt idx="33">
                  <c:v>9.6900046647725082E-3</c:v>
                </c:pt>
                <c:pt idx="34">
                  <c:v>5.2287858869428687E-3</c:v>
                </c:pt>
                <c:pt idx="35">
                  <c:v>2.4141712153247044E-3</c:v>
                </c:pt>
                <c:pt idx="36">
                  <c:v>8.3784160371243744E-4</c:v>
                </c:pt>
                <c:pt idx="37">
                  <c:v>1.3206758467775129E-4</c:v>
                </c:pt>
                <c:pt idx="38">
                  <c:v>0</c:v>
                </c:pt>
                <c:pt idx="40">
                  <c:v>5.9672738948427818E-4</c:v>
                </c:pt>
                <c:pt idx="41">
                  <c:v>2.2560536024765813E-3</c:v>
                </c:pt>
                <c:pt idx="42">
                  <c:v>5.1603288361695534E-3</c:v>
                </c:pt>
                <c:pt idx="43">
                  <c:v>9.2810798039583836E-3</c:v>
                </c:pt>
                <c:pt idx="44">
                  <c:v>1.4922425439367035E-2</c:v>
                </c:pt>
                <c:pt idx="45">
                  <c:v>2.2237031023766122E-2</c:v>
                </c:pt>
                <c:pt idx="46">
                  <c:v>3.1422997934172185E-2</c:v>
                </c:pt>
                <c:pt idx="47">
                  <c:v>4.2729315974725422E-2</c:v>
                </c:pt>
                <c:pt idx="48">
                  <c:v>5.6451622674429172E-2</c:v>
                </c:pt>
                <c:pt idx="49">
                  <c:v>7.2921298624195011E-2</c:v>
                </c:pt>
                <c:pt idx="50">
                  <c:v>9.248971629701877E-2</c:v>
                </c:pt>
                <c:pt idx="51">
                  <c:v>0.11550824816589626</c:v>
                </c:pt>
                <c:pt idx="52">
                  <c:v>0.14230161086104429</c:v>
                </c:pt>
                <c:pt idx="53">
                  <c:v>0.17313030466416665</c:v>
                </c:pt>
                <c:pt idx="54">
                  <c:v>0.20815583974991972</c:v>
                </c:pt>
                <c:pt idx="55">
                  <c:v>0.2473920044587955</c:v>
                </c:pt>
                <c:pt idx="56">
                  <c:v>0.29066881932790922</c:v>
                </c:pt>
                <c:pt idx="57">
                  <c:v>0.33760230694202953</c:v>
                </c:pt>
                <c:pt idx="58">
                  <c:v>0.38758322378185822</c:v>
                </c:pt>
                <c:pt idx="59">
                  <c:v>0.43979475001060175</c:v>
                </c:pt>
                <c:pt idx="60">
                  <c:v>0.49325061944543724</c:v>
                </c:pt>
                <c:pt idx="61">
                  <c:v>0.54686763556616391</c:v>
                </c:pt>
                <c:pt idx="62">
                  <c:v>0.59954685067275715</c:v>
                </c:pt>
                <c:pt idx="63">
                  <c:v>0.6502632264474425</c:v>
                </c:pt>
                <c:pt idx="64">
                  <c:v>0.69813954333694794</c:v>
                </c:pt>
                <c:pt idx="65">
                  <c:v>0.74250031805266947</c:v>
                </c:pt>
                <c:pt idx="66">
                  <c:v>0.78289967104266733</c:v>
                </c:pt>
                <c:pt idx="67">
                  <c:v>0.81911345090175502</c:v>
                </c:pt>
                <c:pt idx="68">
                  <c:v>0.85111681923097871</c:v>
                </c:pt>
                <c:pt idx="69">
                  <c:v>0.87904911339032021</c:v>
                </c:pt>
                <c:pt idx="70">
                  <c:v>0.9031544766670504</c:v>
                </c:pt>
                <c:pt idx="71">
                  <c:v>0.9237703477981668</c:v>
                </c:pt>
                <c:pt idx="72">
                  <c:v>0.94125415740275153</c:v>
                </c:pt>
                <c:pt idx="73">
                  <c:v>0.95597545239205883</c:v>
                </c:pt>
                <c:pt idx="74">
                  <c:v>0.96830983782342916</c:v>
                </c:pt>
                <c:pt idx="75">
                  <c:v>0.97858445358551371</c:v>
                </c:pt>
                <c:pt idx="76">
                  <c:v>0.98712038142087744</c:v>
                </c:pt>
                <c:pt idx="77">
                  <c:v>0.99417206346513831</c:v>
                </c:pt>
                <c:pt idx="78">
                  <c:v>1</c:v>
                </c:pt>
              </c:numCache>
            </c:numRef>
          </c:xVal>
          <c:yVal>
            <c:numRef>
              <c:f>'slice 0.68'!$J$2:$J$80</c:f>
              <c:numCache>
                <c:formatCode>General</c:formatCode>
                <c:ptCount val="79"/>
                <c:pt idx="0">
                  <c:v>1.1696017853380403</c:v>
                </c:pt>
                <c:pt idx="1">
                  <c:v>0.53997852518508205</c:v>
                </c:pt>
                <c:pt idx="2">
                  <c:v>0.26418644530352586</c:v>
                </c:pt>
                <c:pt idx="3">
                  <c:v>0.49735419455304347</c:v>
                </c:pt>
                <c:pt idx="4">
                  <c:v>0.15344055655741257</c:v>
                </c:pt>
                <c:pt idx="5">
                  <c:v>0.17943014429427434</c:v>
                </c:pt>
                <c:pt idx="6">
                  <c:v>0.15836415910566784</c:v>
                </c:pt>
                <c:pt idx="7">
                  <c:v>6.3830990179166588E-2</c:v>
                </c:pt>
                <c:pt idx="8">
                  <c:v>6.1756043390973299E-2</c:v>
                </c:pt>
                <c:pt idx="9">
                  <c:v>1.9237218527825964E-2</c:v>
                </c:pt>
                <c:pt idx="10">
                  <c:v>-9.7065307379889682E-3</c:v>
                </c:pt>
                <c:pt idx="11">
                  <c:v>-3.0702178747334673E-2</c:v>
                </c:pt>
                <c:pt idx="12">
                  <c:v>-6.1654054481045356E-2</c:v>
                </c:pt>
                <c:pt idx="13">
                  <c:v>-8.7879271768430661E-2</c:v>
                </c:pt>
                <c:pt idx="14">
                  <c:v>-0.11698127968758237</c:v>
                </c:pt>
                <c:pt idx="15">
                  <c:v>-0.14545025299338699</c:v>
                </c:pt>
                <c:pt idx="16">
                  <c:v>-0.17436938424646073</c:v>
                </c:pt>
                <c:pt idx="17">
                  <c:v>-0.20167427723549908</c:v>
                </c:pt>
                <c:pt idx="18">
                  <c:v>-0.22770255042095447</c:v>
                </c:pt>
                <c:pt idx="19">
                  <c:v>-0.25507426373029035</c:v>
                </c:pt>
                <c:pt idx="20">
                  <c:v>-0.28075788473736779</c:v>
                </c:pt>
                <c:pt idx="21">
                  <c:v>-0.28966960534971015</c:v>
                </c:pt>
                <c:pt idx="22">
                  <c:v>-0.31211771611079075</c:v>
                </c:pt>
                <c:pt idx="23">
                  <c:v>-0.31210716553390205</c:v>
                </c:pt>
                <c:pt idx="24">
                  <c:v>-0.30471824485255589</c:v>
                </c:pt>
                <c:pt idx="25">
                  <c:v>-0.3153672937926395</c:v>
                </c:pt>
                <c:pt idx="26">
                  <c:v>-0.25047421220663513</c:v>
                </c:pt>
                <c:pt idx="27">
                  <c:v>-0.26245966755267325</c:v>
                </c:pt>
                <c:pt idx="28">
                  <c:v>-0.15190368919056443</c:v>
                </c:pt>
                <c:pt idx="29">
                  <c:v>-9.4986843732733153E-2</c:v>
                </c:pt>
                <c:pt idx="30">
                  <c:v>-5.4620336554966391E-2</c:v>
                </c:pt>
                <c:pt idx="31">
                  <c:v>0.11405173617137039</c:v>
                </c:pt>
                <c:pt idx="32">
                  <c:v>0.29189929393227698</c:v>
                </c:pt>
                <c:pt idx="33">
                  <c:v>0.41164834162377134</c:v>
                </c:pt>
                <c:pt idx="34">
                  <c:v>0.54848932387563754</c:v>
                </c:pt>
                <c:pt idx="35">
                  <c:v>0.49735419455304347</c:v>
                </c:pt>
                <c:pt idx="36">
                  <c:v>0.63468753705973524</c:v>
                </c:pt>
                <c:pt idx="37">
                  <c:v>0.75714456615276993</c:v>
                </c:pt>
                <c:pt idx="38">
                  <c:v>0.7515175918119068</c:v>
                </c:pt>
                <c:pt idx="40">
                  <c:v>0.81429352430216151</c:v>
                </c:pt>
                <c:pt idx="41">
                  <c:v>0.81190206020729472</c:v>
                </c:pt>
                <c:pt idx="42">
                  <c:v>0.33392575854059875</c:v>
                </c:pt>
                <c:pt idx="43">
                  <c:v>7.9656855512844252E-2</c:v>
                </c:pt>
                <c:pt idx="44">
                  <c:v>-6.8761626445347834E-2</c:v>
                </c:pt>
                <c:pt idx="45">
                  <c:v>-0.391855459379785</c:v>
                </c:pt>
                <c:pt idx="46">
                  <c:v>-0.61484893564922927</c:v>
                </c:pt>
                <c:pt idx="47">
                  <c:v>-0.66401462395252131</c:v>
                </c:pt>
                <c:pt idx="48">
                  <c:v>-0.73170360841414261</c:v>
                </c:pt>
                <c:pt idx="49">
                  <c:v>-0.70784172034991966</c:v>
                </c:pt>
                <c:pt idx="50">
                  <c:v>-0.73243863193741765</c:v>
                </c:pt>
                <c:pt idx="51">
                  <c:v>-0.74457179535990381</c:v>
                </c:pt>
                <c:pt idx="52">
                  <c:v>-0.68155319960119953</c:v>
                </c:pt>
                <c:pt idx="53">
                  <c:v>-0.68016755716976174</c:v>
                </c:pt>
                <c:pt idx="54">
                  <c:v>-0.61422293475380874</c:v>
                </c:pt>
                <c:pt idx="55">
                  <c:v>-0.5779570851269451</c:v>
                </c:pt>
                <c:pt idx="56">
                  <c:v>-0.53211131168476278</c:v>
                </c:pt>
                <c:pt idx="57">
                  <c:v>-0.48426092863364739</c:v>
                </c:pt>
                <c:pt idx="58">
                  <c:v>-0.42840617458265445</c:v>
                </c:pt>
                <c:pt idx="59">
                  <c:v>-0.37863910339668255</c:v>
                </c:pt>
                <c:pt idx="60">
                  <c:v>-0.32743715375379095</c:v>
                </c:pt>
                <c:pt idx="61">
                  <c:v>-0.28163358261916493</c:v>
                </c:pt>
                <c:pt idx="62">
                  <c:v>-0.22847625939282315</c:v>
                </c:pt>
                <c:pt idx="63">
                  <c:v>-0.18996313688857761</c:v>
                </c:pt>
                <c:pt idx="64">
                  <c:v>-0.14445146504788345</c:v>
                </c:pt>
                <c:pt idx="65">
                  <c:v>-0.10913868420000433</c:v>
                </c:pt>
                <c:pt idx="66">
                  <c:v>-6.4481609087328889E-2</c:v>
                </c:pt>
                <c:pt idx="67">
                  <c:v>-3.8826122951955873E-2</c:v>
                </c:pt>
                <c:pt idx="68">
                  <c:v>8.6163044594467289E-3</c:v>
                </c:pt>
                <c:pt idx="69">
                  <c:v>4.6598381260273131E-2</c:v>
                </c:pt>
                <c:pt idx="70">
                  <c:v>7.8390786286150038E-2</c:v>
                </c:pt>
                <c:pt idx="71">
                  <c:v>0.1227383778100779</c:v>
                </c:pt>
                <c:pt idx="72">
                  <c:v>0.15024021490104666</c:v>
                </c:pt>
                <c:pt idx="73">
                  <c:v>0.19989826345916414</c:v>
                </c:pt>
                <c:pt idx="74">
                  <c:v>0.43046353707603252</c:v>
                </c:pt>
                <c:pt idx="75">
                  <c:v>0.22219514928483444</c:v>
                </c:pt>
                <c:pt idx="76">
                  <c:v>0.62895505694998088</c:v>
                </c:pt>
                <c:pt idx="77">
                  <c:v>0.9943215346201526</c:v>
                </c:pt>
                <c:pt idx="78">
                  <c:v>-5.9438433334330479E-2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F03-4169-AF28-A6F08F09A8BC}"/>
            </c:ext>
          </c:extLst>
        </c:ser>
        <c:ser>
          <c:idx val="0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'slice 0.68'!$M$5:$M$27</c:f>
              <c:numCache>
                <c:formatCode>General</c:formatCode>
                <c:ptCount val="23"/>
                <c:pt idx="0">
                  <c:v>0.8</c:v>
                </c:pt>
                <c:pt idx="1">
                  <c:v>0.73</c:v>
                </c:pt>
                <c:pt idx="2">
                  <c:v>0.61</c:v>
                </c:pt>
                <c:pt idx="3">
                  <c:v>0.52</c:v>
                </c:pt>
                <c:pt idx="4">
                  <c:v>0.44</c:v>
                </c:pt>
                <c:pt idx="5">
                  <c:v>0.39</c:v>
                </c:pt>
                <c:pt idx="6">
                  <c:v>0.33</c:v>
                </c:pt>
                <c:pt idx="7">
                  <c:v>0.28999999999999998</c:v>
                </c:pt>
                <c:pt idx="8">
                  <c:v>0.23</c:v>
                </c:pt>
                <c:pt idx="9">
                  <c:v>0.19</c:v>
                </c:pt>
                <c:pt idx="10">
                  <c:v>0.15</c:v>
                </c:pt>
                <c:pt idx="11">
                  <c:v>0.1</c:v>
                </c:pt>
                <c:pt idx="12">
                  <c:v>0.06</c:v>
                </c:pt>
                <c:pt idx="13">
                  <c:v>0.02</c:v>
                </c:pt>
                <c:pt idx="15">
                  <c:v>0</c:v>
                </c:pt>
                <c:pt idx="16">
                  <c:v>7.0000000000000007E-2</c:v>
                </c:pt>
                <c:pt idx="17">
                  <c:v>0.18</c:v>
                </c:pt>
                <c:pt idx="18">
                  <c:v>0.28000000000000003</c:v>
                </c:pt>
                <c:pt idx="19">
                  <c:v>0.38</c:v>
                </c:pt>
                <c:pt idx="20">
                  <c:v>0.51</c:v>
                </c:pt>
                <c:pt idx="21">
                  <c:v>0.56999999999999995</c:v>
                </c:pt>
                <c:pt idx="22">
                  <c:v>0.79</c:v>
                </c:pt>
              </c:numCache>
            </c:numRef>
          </c:xVal>
          <c:yVal>
            <c:numRef>
              <c:f>'slice 0.68'!$N$5:$N$27</c:f>
              <c:numCache>
                <c:formatCode>General</c:formatCode>
                <c:ptCount val="23"/>
                <c:pt idx="0">
                  <c:v>-6.5299999999999997E-2</c:v>
                </c:pt>
                <c:pt idx="1">
                  <c:v>-0.1338</c:v>
                </c:pt>
                <c:pt idx="2">
                  <c:v>-0.22509999999999999</c:v>
                </c:pt>
                <c:pt idx="3">
                  <c:v>-0.32350000000000001</c:v>
                </c:pt>
                <c:pt idx="4">
                  <c:v>-0.39369999999999999</c:v>
                </c:pt>
                <c:pt idx="5">
                  <c:v>-0.41830000000000001</c:v>
                </c:pt>
                <c:pt idx="6">
                  <c:v>-0.53069999999999995</c:v>
                </c:pt>
                <c:pt idx="7">
                  <c:v>-0.58340000000000003</c:v>
                </c:pt>
                <c:pt idx="8">
                  <c:v>-0.64480000000000004</c:v>
                </c:pt>
                <c:pt idx="9">
                  <c:v>-0.72560000000000002</c:v>
                </c:pt>
                <c:pt idx="10">
                  <c:v>-0.81689999999999996</c:v>
                </c:pt>
                <c:pt idx="11">
                  <c:v>-0.9083</c:v>
                </c:pt>
                <c:pt idx="12">
                  <c:v>-0.93989999999999996</c:v>
                </c:pt>
                <c:pt idx="13">
                  <c:v>-0.94159999999999999</c:v>
                </c:pt>
                <c:pt idx="15">
                  <c:v>0.92689999999999995</c:v>
                </c:pt>
                <c:pt idx="16">
                  <c:v>2.0590000000000001E-2</c:v>
                </c:pt>
                <c:pt idx="17">
                  <c:v>-0.25230000000000002</c:v>
                </c:pt>
                <c:pt idx="18">
                  <c:v>-0.28039999999999998</c:v>
                </c:pt>
                <c:pt idx="19">
                  <c:v>-0.23350000000000001</c:v>
                </c:pt>
                <c:pt idx="20">
                  <c:v>-0.16789999999999999</c:v>
                </c:pt>
                <c:pt idx="21">
                  <c:v>-0.13639999999999999</c:v>
                </c:pt>
                <c:pt idx="22">
                  <c:v>-2.036E-2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F03-4169-AF28-A6F08F09A8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18648432"/>
        <c:axId val="1618638832"/>
      </c:scatterChart>
      <c:valAx>
        <c:axId val="16186484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18638832"/>
        <c:crosses val="autoZero"/>
        <c:crossBetween val="midCat"/>
      </c:valAx>
      <c:valAx>
        <c:axId val="1618638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1864843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0.8 CP / EXP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'slice 0.8'!$I$2:$I$80</c:f>
              <c:numCache>
                <c:formatCode>General</c:formatCode>
                <c:ptCount val="79"/>
                <c:pt idx="0">
                  <c:v>0.99394185391386525</c:v>
                </c:pt>
                <c:pt idx="1">
                  <c:v>0.9865993808574699</c:v>
                </c:pt>
                <c:pt idx="2">
                  <c:v>0.97773025498736865</c:v>
                </c:pt>
                <c:pt idx="3">
                  <c:v>0.96704368529142715</c:v>
                </c:pt>
                <c:pt idx="4">
                  <c:v>0.95423676446533834</c:v>
                </c:pt>
                <c:pt idx="5">
                  <c:v>0.93895206189002045</c:v>
                </c:pt>
                <c:pt idx="6">
                  <c:v>0.92081397250813313</c:v>
                </c:pt>
                <c:pt idx="7">
                  <c:v>0.8994468912623359</c:v>
                </c:pt>
                <c:pt idx="8">
                  <c:v>0.87448127124137465</c:v>
                </c:pt>
                <c:pt idx="9">
                  <c:v>0.84559360744424983</c:v>
                </c:pt>
                <c:pt idx="10">
                  <c:v>0.81252824610612651</c:v>
                </c:pt>
                <c:pt idx="11">
                  <c:v>0.77516341849067349</c:v>
                </c:pt>
                <c:pt idx="12">
                  <c:v>0.73354092580588481</c:v>
                </c:pt>
                <c:pt idx="13">
                  <c:v>0.6879109694851181</c:v>
                </c:pt>
                <c:pt idx="14">
                  <c:v>0.63875759540065535</c:v>
                </c:pt>
                <c:pt idx="15">
                  <c:v>0.58679929967831246</c:v>
                </c:pt>
                <c:pt idx="16">
                  <c:v>0.53296419029848474</c:v>
                </c:pt>
                <c:pt idx="17">
                  <c:v>0.47833182889372183</c:v>
                </c:pt>
                <c:pt idx="18">
                  <c:v>0.42405205159117204</c:v>
                </c:pt>
                <c:pt idx="19">
                  <c:v>0.37125227937746486</c:v>
                </c:pt>
                <c:pt idx="20">
                  <c:v>0.32094664590741939</c:v>
                </c:pt>
                <c:pt idx="21">
                  <c:v>0.27396529893921856</c:v>
                </c:pt>
                <c:pt idx="22">
                  <c:v>0.23091047877528517</c:v>
                </c:pt>
                <c:pt idx="23">
                  <c:v>0.19214446255156997</c:v>
                </c:pt>
                <c:pt idx="24">
                  <c:v>0.15780380088085444</c:v>
                </c:pt>
                <c:pt idx="25">
                  <c:v>0.12783354637813735</c:v>
                </c:pt>
                <c:pt idx="26">
                  <c:v>0.10203371964111542</c:v>
                </c:pt>
                <c:pt idx="27">
                  <c:v>8.0103230809307716E-2</c:v>
                </c:pt>
                <c:pt idx="28">
                  <c:v>6.1685255078240943E-2</c:v>
                </c:pt>
                <c:pt idx="29">
                  <c:v>4.6402975761357518E-2</c:v>
                </c:pt>
                <c:pt idx="30">
                  <c:v>3.3885634318185934E-2</c:v>
                </c:pt>
                <c:pt idx="31">
                  <c:v>2.3788522236425195E-2</c:v>
                </c:pt>
                <c:pt idx="32">
                  <c:v>1.5808732211768557E-2</c:v>
                </c:pt>
                <c:pt idx="33">
                  <c:v>9.6900046647725082E-3</c:v>
                </c:pt>
                <c:pt idx="34">
                  <c:v>5.2287858869428687E-3</c:v>
                </c:pt>
                <c:pt idx="35">
                  <c:v>2.4141712153247044E-3</c:v>
                </c:pt>
                <c:pt idx="36">
                  <c:v>8.3784160371243744E-4</c:v>
                </c:pt>
                <c:pt idx="37">
                  <c:v>1.3206758467775129E-4</c:v>
                </c:pt>
                <c:pt idx="38">
                  <c:v>0</c:v>
                </c:pt>
                <c:pt idx="40">
                  <c:v>5.9672738948427818E-4</c:v>
                </c:pt>
                <c:pt idx="41">
                  <c:v>2.2560536024765813E-3</c:v>
                </c:pt>
                <c:pt idx="42">
                  <c:v>5.1603288361695534E-3</c:v>
                </c:pt>
                <c:pt idx="43">
                  <c:v>9.2810798039583836E-3</c:v>
                </c:pt>
                <c:pt idx="44">
                  <c:v>1.4922425439367035E-2</c:v>
                </c:pt>
                <c:pt idx="45">
                  <c:v>2.2237031023766122E-2</c:v>
                </c:pt>
                <c:pt idx="46">
                  <c:v>3.1422997934172185E-2</c:v>
                </c:pt>
                <c:pt idx="47">
                  <c:v>4.2729315974725422E-2</c:v>
                </c:pt>
                <c:pt idx="48">
                  <c:v>5.6451622674429172E-2</c:v>
                </c:pt>
                <c:pt idx="49">
                  <c:v>7.2921298624195011E-2</c:v>
                </c:pt>
                <c:pt idx="50">
                  <c:v>9.248971629701877E-2</c:v>
                </c:pt>
                <c:pt idx="51">
                  <c:v>0.11550824816589626</c:v>
                </c:pt>
                <c:pt idx="52">
                  <c:v>0.14230161086104429</c:v>
                </c:pt>
                <c:pt idx="53">
                  <c:v>0.17313030466416665</c:v>
                </c:pt>
                <c:pt idx="54">
                  <c:v>0.20815583974991972</c:v>
                </c:pt>
                <c:pt idx="55">
                  <c:v>0.2473920044587955</c:v>
                </c:pt>
                <c:pt idx="56">
                  <c:v>0.29066881932790922</c:v>
                </c:pt>
                <c:pt idx="57">
                  <c:v>0.33760230694202953</c:v>
                </c:pt>
                <c:pt idx="58">
                  <c:v>0.38758322378185822</c:v>
                </c:pt>
                <c:pt idx="59">
                  <c:v>0.43979475001060175</c:v>
                </c:pt>
                <c:pt idx="60">
                  <c:v>0.49325061944543724</c:v>
                </c:pt>
                <c:pt idx="61">
                  <c:v>0.54686763556616391</c:v>
                </c:pt>
                <c:pt idx="62">
                  <c:v>0.59954685067275715</c:v>
                </c:pt>
                <c:pt idx="63">
                  <c:v>0.6502632264474425</c:v>
                </c:pt>
                <c:pt idx="64">
                  <c:v>0.69813954333694794</c:v>
                </c:pt>
                <c:pt idx="65">
                  <c:v>0.74250031805266947</c:v>
                </c:pt>
                <c:pt idx="66">
                  <c:v>0.78289967104266733</c:v>
                </c:pt>
                <c:pt idx="67">
                  <c:v>0.81911345090175502</c:v>
                </c:pt>
                <c:pt idx="68">
                  <c:v>0.85111681923097871</c:v>
                </c:pt>
                <c:pt idx="69">
                  <c:v>0.87904911339032021</c:v>
                </c:pt>
                <c:pt idx="70">
                  <c:v>0.9031544766670504</c:v>
                </c:pt>
                <c:pt idx="71">
                  <c:v>0.9237703477981668</c:v>
                </c:pt>
                <c:pt idx="72">
                  <c:v>0.94125415740275153</c:v>
                </c:pt>
                <c:pt idx="73">
                  <c:v>0.95597545239205883</c:v>
                </c:pt>
                <c:pt idx="74">
                  <c:v>0.96830983782342916</c:v>
                </c:pt>
                <c:pt idx="75">
                  <c:v>0.97858445358551371</c:v>
                </c:pt>
                <c:pt idx="76">
                  <c:v>0.98712038142087744</c:v>
                </c:pt>
                <c:pt idx="77">
                  <c:v>0.99417206346513831</c:v>
                </c:pt>
                <c:pt idx="78">
                  <c:v>1</c:v>
                </c:pt>
              </c:numCache>
            </c:numRef>
          </c:xVal>
          <c:yVal>
            <c:numRef>
              <c:f>'slice 0.8'!$J$2:$J$80</c:f>
              <c:numCache>
                <c:formatCode>General</c:formatCode>
                <c:ptCount val="79"/>
                <c:pt idx="0">
                  <c:v>1.0692207310334201</c:v>
                </c:pt>
                <c:pt idx="1">
                  <c:v>0.56098260176128978</c:v>
                </c:pt>
                <c:pt idx="2">
                  <c:v>0.25544504299473114</c:v>
                </c:pt>
                <c:pt idx="3">
                  <c:v>0.47161969661967662</c:v>
                </c:pt>
                <c:pt idx="4">
                  <c:v>0.1646088285657113</c:v>
                </c:pt>
                <c:pt idx="5">
                  <c:v>0.18716385438382827</c:v>
                </c:pt>
                <c:pt idx="6">
                  <c:v>0.15863522909131689</c:v>
                </c:pt>
                <c:pt idx="7">
                  <c:v>8.9630779557505286E-2</c:v>
                </c:pt>
                <c:pt idx="8">
                  <c:v>7.7576430842359628E-2</c:v>
                </c:pt>
                <c:pt idx="9">
                  <c:v>2.6465992290142026E-2</c:v>
                </c:pt>
                <c:pt idx="10">
                  <c:v>2.6251692757428328E-3</c:v>
                </c:pt>
                <c:pt idx="11">
                  <c:v>-2.4215847196648169E-2</c:v>
                </c:pt>
                <c:pt idx="12">
                  <c:v>-5.782605015863311E-2</c:v>
                </c:pt>
                <c:pt idx="13">
                  <c:v>-8.3560745293389554E-2</c:v>
                </c:pt>
                <c:pt idx="14">
                  <c:v>-0.11351446247844738</c:v>
                </c:pt>
                <c:pt idx="15">
                  <c:v>-0.14641479823831818</c:v>
                </c:pt>
                <c:pt idx="16">
                  <c:v>-0.17698998406824526</c:v>
                </c:pt>
                <c:pt idx="17">
                  <c:v>-0.2074687351084514</c:v>
                </c:pt>
                <c:pt idx="18">
                  <c:v>-0.23226319104342674</c:v>
                </c:pt>
                <c:pt idx="19">
                  <c:v>-0.26270176092124869</c:v>
                </c:pt>
                <c:pt idx="20">
                  <c:v>-0.28390937842742858</c:v>
                </c:pt>
                <c:pt idx="21">
                  <c:v>-0.30735642605046604</c:v>
                </c:pt>
                <c:pt idx="22">
                  <c:v>-0.31184064377250048</c:v>
                </c:pt>
                <c:pt idx="23">
                  <c:v>-0.30797253720701795</c:v>
                </c:pt>
                <c:pt idx="24">
                  <c:v>-0.30981015570003806</c:v>
                </c:pt>
                <c:pt idx="25">
                  <c:v>-0.27465431735835566</c:v>
                </c:pt>
                <c:pt idx="26">
                  <c:v>-0.23169797602589418</c:v>
                </c:pt>
                <c:pt idx="27">
                  <c:v>-0.24013066263817839</c:v>
                </c:pt>
                <c:pt idx="28">
                  <c:v>-0.14451021114132501</c:v>
                </c:pt>
                <c:pt idx="29">
                  <c:v>-5.7472455929655587E-2</c:v>
                </c:pt>
                <c:pt idx="30">
                  <c:v>5.1297950643342083E-2</c:v>
                </c:pt>
                <c:pt idx="31">
                  <c:v>0.1182129797331951</c:v>
                </c:pt>
                <c:pt idx="32">
                  <c:v>0.36157688657119136</c:v>
                </c:pt>
                <c:pt idx="33">
                  <c:v>0.44927897033427333</c:v>
                </c:pt>
                <c:pt idx="34">
                  <c:v>0.65907821286098622</c:v>
                </c:pt>
                <c:pt idx="35">
                  <c:v>0.43034024913070007</c:v>
                </c:pt>
                <c:pt idx="36">
                  <c:v>0.68066889078189163</c:v>
                </c:pt>
                <c:pt idx="37">
                  <c:v>0.67632932524443912</c:v>
                </c:pt>
                <c:pt idx="38">
                  <c:v>0.93118504452420758</c:v>
                </c:pt>
                <c:pt idx="40">
                  <c:v>0.77121044335343014</c:v>
                </c:pt>
                <c:pt idx="41">
                  <c:v>0.8071324025245642</c:v>
                </c:pt>
                <c:pt idx="42">
                  <c:v>0.39937396665357033</c:v>
                </c:pt>
                <c:pt idx="43">
                  <c:v>5.5530366414437669E-2</c:v>
                </c:pt>
                <c:pt idx="44">
                  <c:v>-0.11623874528807021</c:v>
                </c:pt>
                <c:pt idx="45">
                  <c:v>-0.34604017044944807</c:v>
                </c:pt>
                <c:pt idx="46">
                  <c:v>-0.49643022501960526</c:v>
                </c:pt>
                <c:pt idx="47">
                  <c:v>-0.64015288537820758</c:v>
                </c:pt>
                <c:pt idx="48">
                  <c:v>-0.80538854007710625</c:v>
                </c:pt>
                <c:pt idx="49">
                  <c:v>-0.78865710406048428</c:v>
                </c:pt>
                <c:pt idx="50">
                  <c:v>-0.80835926734935015</c:v>
                </c:pt>
                <c:pt idx="51">
                  <c:v>-0.82427100765334249</c:v>
                </c:pt>
                <c:pt idx="52">
                  <c:v>-0.78894372968548887</c:v>
                </c:pt>
                <c:pt idx="53">
                  <c:v>-0.77383829137333204</c:v>
                </c:pt>
                <c:pt idx="54">
                  <c:v>-0.69064453402971415</c:v>
                </c:pt>
                <c:pt idx="55">
                  <c:v>-0.62530728524946599</c:v>
                </c:pt>
                <c:pt idx="56">
                  <c:v>-0.54968633764311892</c:v>
                </c:pt>
                <c:pt idx="57">
                  <c:v>-0.49233442520061482</c:v>
                </c:pt>
                <c:pt idx="58">
                  <c:v>-0.42984200271714057</c:v>
                </c:pt>
                <c:pt idx="59">
                  <c:v>-0.37250884148374919</c:v>
                </c:pt>
                <c:pt idx="60">
                  <c:v>-0.31464796765105002</c:v>
                </c:pt>
                <c:pt idx="61">
                  <c:v>-0.26144542991071473</c:v>
                </c:pt>
                <c:pt idx="62">
                  <c:v>-0.21551300381769203</c:v>
                </c:pt>
                <c:pt idx="63">
                  <c:v>-0.17141819621768906</c:v>
                </c:pt>
                <c:pt idx="64">
                  <c:v>-0.1340925751072804</c:v>
                </c:pt>
                <c:pt idx="65">
                  <c:v>-8.9946871368258074E-2</c:v>
                </c:pt>
                <c:pt idx="66">
                  <c:v>-4.8940655783491376E-2</c:v>
                </c:pt>
                <c:pt idx="67">
                  <c:v>-2.1778190012029824E-2</c:v>
                </c:pt>
                <c:pt idx="68">
                  <c:v>1.5938527745581483E-2</c:v>
                </c:pt>
                <c:pt idx="69">
                  <c:v>5.8530559872429479E-2</c:v>
                </c:pt>
                <c:pt idx="70">
                  <c:v>7.0424183938039869E-2</c:v>
                </c:pt>
                <c:pt idx="71">
                  <c:v>0.15638508399782303</c:v>
                </c:pt>
                <c:pt idx="72">
                  <c:v>0.14604513154438697</c:v>
                </c:pt>
                <c:pt idx="73">
                  <c:v>0.17741322564535489</c:v>
                </c:pt>
                <c:pt idx="74">
                  <c:v>0.4089638707425084</c:v>
                </c:pt>
                <c:pt idx="75">
                  <c:v>0.21729972617169244</c:v>
                </c:pt>
                <c:pt idx="76">
                  <c:v>0.50590762185386873</c:v>
                </c:pt>
                <c:pt idx="77">
                  <c:v>0.99526060480560408</c:v>
                </c:pt>
                <c:pt idx="78">
                  <c:v>-4.1180333955096571E-2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754-4A53-BD60-4914DAC6DE21}"/>
            </c:ext>
          </c:extLst>
        </c:ser>
        <c:ser>
          <c:idx val="0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'slice 0.8'!$M$22:$M$48</c:f>
              <c:numCache>
                <c:formatCode>General</c:formatCode>
                <c:ptCount val="27"/>
                <c:pt idx="0">
                  <c:v>0.9</c:v>
                </c:pt>
                <c:pt idx="1">
                  <c:v>0.76</c:v>
                </c:pt>
                <c:pt idx="2">
                  <c:v>0.65</c:v>
                </c:pt>
                <c:pt idx="3">
                  <c:v>0.56000000000000005</c:v>
                </c:pt>
                <c:pt idx="4">
                  <c:v>0.5</c:v>
                </c:pt>
                <c:pt idx="5">
                  <c:v>0.42</c:v>
                </c:pt>
                <c:pt idx="6">
                  <c:v>0.35</c:v>
                </c:pt>
                <c:pt idx="7">
                  <c:v>0.3</c:v>
                </c:pt>
                <c:pt idx="8">
                  <c:v>0.24</c:v>
                </c:pt>
                <c:pt idx="9">
                  <c:v>0.21</c:v>
                </c:pt>
                <c:pt idx="10">
                  <c:v>0.17</c:v>
                </c:pt>
                <c:pt idx="11">
                  <c:v>0.13</c:v>
                </c:pt>
                <c:pt idx="12">
                  <c:v>0.09</c:v>
                </c:pt>
                <c:pt idx="13">
                  <c:v>7.0000000000000007E-2</c:v>
                </c:pt>
                <c:pt idx="14">
                  <c:v>0.04</c:v>
                </c:pt>
                <c:pt idx="15">
                  <c:v>0.01</c:v>
                </c:pt>
                <c:pt idx="16">
                  <c:v>0</c:v>
                </c:pt>
                <c:pt idx="18">
                  <c:v>0.01</c:v>
                </c:pt>
                <c:pt idx="19">
                  <c:v>0.02</c:v>
                </c:pt>
                <c:pt idx="20">
                  <c:v>0.11</c:v>
                </c:pt>
                <c:pt idx="21">
                  <c:v>0.14000000000000001</c:v>
                </c:pt>
                <c:pt idx="22">
                  <c:v>0.24</c:v>
                </c:pt>
                <c:pt idx="23">
                  <c:v>0.34</c:v>
                </c:pt>
                <c:pt idx="24">
                  <c:v>0.56999999999999995</c:v>
                </c:pt>
                <c:pt idx="25">
                  <c:v>0.74</c:v>
                </c:pt>
                <c:pt idx="26">
                  <c:v>0.9</c:v>
                </c:pt>
              </c:numCache>
            </c:numRef>
          </c:xVal>
          <c:yVal>
            <c:numRef>
              <c:f>'slice 0.8'!$N$22:$N$48</c:f>
              <c:numCache>
                <c:formatCode>General</c:formatCode>
                <c:ptCount val="27"/>
                <c:pt idx="0">
                  <c:v>8.0210000000000004E-2</c:v>
                </c:pt>
                <c:pt idx="1">
                  <c:v>-7.4759999999999993E-2</c:v>
                </c:pt>
                <c:pt idx="2">
                  <c:v>-0.17460000000000001</c:v>
                </c:pt>
                <c:pt idx="3">
                  <c:v>-0.2586</c:v>
                </c:pt>
                <c:pt idx="4">
                  <c:v>-0.32300000000000001</c:v>
                </c:pt>
                <c:pt idx="5">
                  <c:v>-0.41620000000000001</c:v>
                </c:pt>
                <c:pt idx="6">
                  <c:v>-0.499</c:v>
                </c:pt>
                <c:pt idx="7">
                  <c:v>-0.432</c:v>
                </c:pt>
                <c:pt idx="8">
                  <c:v>-0.78390000000000004</c:v>
                </c:pt>
                <c:pt idx="9">
                  <c:v>-1.0609999999999999</c:v>
                </c:pt>
                <c:pt idx="10">
                  <c:v>-1.17</c:v>
                </c:pt>
                <c:pt idx="11">
                  <c:v>-1.1659999999999999</c:v>
                </c:pt>
                <c:pt idx="12">
                  <c:v>-1.095</c:v>
                </c:pt>
                <c:pt idx="13">
                  <c:v>-1.091</c:v>
                </c:pt>
                <c:pt idx="14">
                  <c:v>-1.1519999999999999</c:v>
                </c:pt>
                <c:pt idx="15">
                  <c:v>-0.48320000000000002</c:v>
                </c:pt>
                <c:pt idx="16">
                  <c:v>0.18529999999999999</c:v>
                </c:pt>
                <c:pt idx="18">
                  <c:v>0.51749999999999996</c:v>
                </c:pt>
                <c:pt idx="19">
                  <c:v>0.36909999999999998</c:v>
                </c:pt>
                <c:pt idx="20">
                  <c:v>-0.16009999999999999</c:v>
                </c:pt>
                <c:pt idx="21">
                  <c:v>-0.25340000000000001</c:v>
                </c:pt>
                <c:pt idx="22">
                  <c:v>-0.30199999999999999</c:v>
                </c:pt>
                <c:pt idx="23">
                  <c:v>-0.28620000000000001</c:v>
                </c:pt>
                <c:pt idx="24">
                  <c:v>-0.16009999999999999</c:v>
                </c:pt>
                <c:pt idx="25">
                  <c:v>-6.5570000000000003E-2</c:v>
                </c:pt>
                <c:pt idx="26">
                  <c:v>6.4449999999999993E-2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754-4A53-BD60-4914DAC6DE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33148416"/>
        <c:axId val="2133148896"/>
      </c:scatterChart>
      <c:valAx>
        <c:axId val="2133148416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33148896"/>
        <c:crosses val="autoZero"/>
        <c:crossBetween val="midCat"/>
      </c:valAx>
      <c:valAx>
        <c:axId val="2133148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33148416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0.89 CP / EXP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'slice 0.89'!$I$2:$I$80</c:f>
              <c:numCache>
                <c:formatCode>General</c:formatCode>
                <c:ptCount val="79"/>
                <c:pt idx="0">
                  <c:v>0.99394185391386525</c:v>
                </c:pt>
                <c:pt idx="1">
                  <c:v>0.9865993808574699</c:v>
                </c:pt>
                <c:pt idx="2">
                  <c:v>0.97773025498736865</c:v>
                </c:pt>
                <c:pt idx="3">
                  <c:v>0.96704368529142715</c:v>
                </c:pt>
                <c:pt idx="4">
                  <c:v>0.95423676446533834</c:v>
                </c:pt>
                <c:pt idx="5">
                  <c:v>0.93895206189002045</c:v>
                </c:pt>
                <c:pt idx="6">
                  <c:v>0.92081397250813313</c:v>
                </c:pt>
                <c:pt idx="7">
                  <c:v>0.8994468912623359</c:v>
                </c:pt>
                <c:pt idx="8">
                  <c:v>0.87448127124137465</c:v>
                </c:pt>
                <c:pt idx="9">
                  <c:v>0.84559360744424983</c:v>
                </c:pt>
                <c:pt idx="10">
                  <c:v>0.81252824610612651</c:v>
                </c:pt>
                <c:pt idx="11">
                  <c:v>0.77516341849067349</c:v>
                </c:pt>
                <c:pt idx="12">
                  <c:v>0.73354092580588481</c:v>
                </c:pt>
                <c:pt idx="13">
                  <c:v>0.6879109694851181</c:v>
                </c:pt>
                <c:pt idx="14">
                  <c:v>0.63875759540065535</c:v>
                </c:pt>
                <c:pt idx="15">
                  <c:v>0.58679929967831246</c:v>
                </c:pt>
                <c:pt idx="16">
                  <c:v>0.53296419029848474</c:v>
                </c:pt>
                <c:pt idx="17">
                  <c:v>0.47833182889372183</c:v>
                </c:pt>
                <c:pt idx="18">
                  <c:v>0.42405205159117204</c:v>
                </c:pt>
                <c:pt idx="19">
                  <c:v>0.37125227937746486</c:v>
                </c:pt>
                <c:pt idx="20">
                  <c:v>0.32094664590741939</c:v>
                </c:pt>
                <c:pt idx="21">
                  <c:v>0.27396529893921856</c:v>
                </c:pt>
                <c:pt idx="22">
                  <c:v>0.23091047877528517</c:v>
                </c:pt>
                <c:pt idx="23">
                  <c:v>0.19214446255156997</c:v>
                </c:pt>
                <c:pt idx="24">
                  <c:v>0.15780380088085444</c:v>
                </c:pt>
                <c:pt idx="25">
                  <c:v>0.12783354637813735</c:v>
                </c:pt>
                <c:pt idx="26">
                  <c:v>0.10203371964111542</c:v>
                </c:pt>
                <c:pt idx="27">
                  <c:v>8.0103230809307716E-2</c:v>
                </c:pt>
                <c:pt idx="28">
                  <c:v>6.1685255078240943E-2</c:v>
                </c:pt>
                <c:pt idx="29">
                  <c:v>4.6402975761357518E-2</c:v>
                </c:pt>
                <c:pt idx="30">
                  <c:v>3.3885634318185934E-2</c:v>
                </c:pt>
                <c:pt idx="31">
                  <c:v>2.3788522236425195E-2</c:v>
                </c:pt>
                <c:pt idx="32">
                  <c:v>1.5808732211768557E-2</c:v>
                </c:pt>
                <c:pt idx="33">
                  <c:v>9.6900046647725082E-3</c:v>
                </c:pt>
                <c:pt idx="34">
                  <c:v>5.2287858869428687E-3</c:v>
                </c:pt>
                <c:pt idx="35">
                  <c:v>2.4141712153247044E-3</c:v>
                </c:pt>
                <c:pt idx="36">
                  <c:v>8.3784160371243744E-4</c:v>
                </c:pt>
                <c:pt idx="37">
                  <c:v>1.3206758467775129E-4</c:v>
                </c:pt>
                <c:pt idx="38">
                  <c:v>0</c:v>
                </c:pt>
                <c:pt idx="40">
                  <c:v>5.9672738948427818E-4</c:v>
                </c:pt>
                <c:pt idx="41">
                  <c:v>2.2560536024765813E-3</c:v>
                </c:pt>
                <c:pt idx="42">
                  <c:v>5.1603288361695534E-3</c:v>
                </c:pt>
                <c:pt idx="43">
                  <c:v>9.2810798039583836E-3</c:v>
                </c:pt>
                <c:pt idx="44">
                  <c:v>1.4922425439367035E-2</c:v>
                </c:pt>
                <c:pt idx="45">
                  <c:v>2.2237031023766122E-2</c:v>
                </c:pt>
                <c:pt idx="46">
                  <c:v>3.1422997934172185E-2</c:v>
                </c:pt>
                <c:pt idx="47">
                  <c:v>4.2729315974725422E-2</c:v>
                </c:pt>
                <c:pt idx="48">
                  <c:v>5.6451622674429172E-2</c:v>
                </c:pt>
                <c:pt idx="49">
                  <c:v>7.2921298624195011E-2</c:v>
                </c:pt>
                <c:pt idx="50">
                  <c:v>9.248971629701877E-2</c:v>
                </c:pt>
                <c:pt idx="51">
                  <c:v>0.11550824816589626</c:v>
                </c:pt>
                <c:pt idx="52">
                  <c:v>0.14230161086104429</c:v>
                </c:pt>
                <c:pt idx="53">
                  <c:v>0.17313030466416665</c:v>
                </c:pt>
                <c:pt idx="54">
                  <c:v>0.20815583974991972</c:v>
                </c:pt>
                <c:pt idx="55">
                  <c:v>0.2473920044587955</c:v>
                </c:pt>
                <c:pt idx="56">
                  <c:v>0.29066881932790922</c:v>
                </c:pt>
                <c:pt idx="57">
                  <c:v>0.33760230694202953</c:v>
                </c:pt>
                <c:pt idx="58">
                  <c:v>0.38758322378185822</c:v>
                </c:pt>
                <c:pt idx="59">
                  <c:v>0.43979475001060175</c:v>
                </c:pt>
                <c:pt idx="60">
                  <c:v>0.49325061944543724</c:v>
                </c:pt>
                <c:pt idx="61">
                  <c:v>0.54686763556616391</c:v>
                </c:pt>
                <c:pt idx="62">
                  <c:v>0.59954685067275715</c:v>
                </c:pt>
                <c:pt idx="63">
                  <c:v>0.6502632264474425</c:v>
                </c:pt>
                <c:pt idx="64">
                  <c:v>0.69813954333694794</c:v>
                </c:pt>
                <c:pt idx="65">
                  <c:v>0.74250031805266947</c:v>
                </c:pt>
                <c:pt idx="66">
                  <c:v>0.78289967104266733</c:v>
                </c:pt>
                <c:pt idx="67">
                  <c:v>0.81911345090175502</c:v>
                </c:pt>
                <c:pt idx="68">
                  <c:v>0.85111681923097871</c:v>
                </c:pt>
                <c:pt idx="69">
                  <c:v>0.87904911339032021</c:v>
                </c:pt>
                <c:pt idx="70">
                  <c:v>0.9031544766670504</c:v>
                </c:pt>
                <c:pt idx="71">
                  <c:v>0.9237703477981668</c:v>
                </c:pt>
                <c:pt idx="72">
                  <c:v>0.94125415740275153</c:v>
                </c:pt>
                <c:pt idx="73">
                  <c:v>0.95597545239205883</c:v>
                </c:pt>
                <c:pt idx="74">
                  <c:v>0.96830983782342916</c:v>
                </c:pt>
                <c:pt idx="75">
                  <c:v>0.97858445358551371</c:v>
                </c:pt>
                <c:pt idx="76">
                  <c:v>0.98712038142087744</c:v>
                </c:pt>
                <c:pt idx="77">
                  <c:v>0.99417206346513831</c:v>
                </c:pt>
                <c:pt idx="78">
                  <c:v>1</c:v>
                </c:pt>
              </c:numCache>
            </c:numRef>
          </c:xVal>
          <c:yVal>
            <c:numRef>
              <c:f>'slice 0.89'!$J$2:$J$80</c:f>
              <c:numCache>
                <c:formatCode>General</c:formatCode>
                <c:ptCount val="79"/>
                <c:pt idx="0">
                  <c:v>0.94000228100706462</c:v>
                </c:pt>
                <c:pt idx="1">
                  <c:v>0.54968334958127618</c:v>
                </c:pt>
                <c:pt idx="2">
                  <c:v>0.21894469999566102</c:v>
                </c:pt>
                <c:pt idx="3">
                  <c:v>0.38746157808163623</c:v>
                </c:pt>
                <c:pt idx="4">
                  <c:v>0.17199927747416069</c:v>
                </c:pt>
                <c:pt idx="5">
                  <c:v>0.1425328211125913</c:v>
                </c:pt>
                <c:pt idx="6">
                  <c:v>0.14065768298049144</c:v>
                </c:pt>
                <c:pt idx="7">
                  <c:v>8.9448553515764043E-2</c:v>
                </c:pt>
                <c:pt idx="8">
                  <c:v>6.623255759452755E-2</c:v>
                </c:pt>
                <c:pt idx="9">
                  <c:v>3.0716548449635967E-2</c:v>
                </c:pt>
                <c:pt idx="10">
                  <c:v>-5.0896606442710759E-3</c:v>
                </c:pt>
                <c:pt idx="11">
                  <c:v>-3.1118363763657366E-2</c:v>
                </c:pt>
                <c:pt idx="12">
                  <c:v>-6.1189775403559105E-2</c:v>
                </c:pt>
                <c:pt idx="13">
                  <c:v>-8.8995395133839833E-2</c:v>
                </c:pt>
                <c:pt idx="14">
                  <c:v>-0.11836586228150404</c:v>
                </c:pt>
                <c:pt idx="15">
                  <c:v>-0.14987487982268222</c:v>
                </c:pt>
                <c:pt idx="16">
                  <c:v>-0.18002442221808812</c:v>
                </c:pt>
                <c:pt idx="17">
                  <c:v>-0.20924086016204424</c:v>
                </c:pt>
                <c:pt idx="18">
                  <c:v>-0.24235713895930802</c:v>
                </c:pt>
                <c:pt idx="19">
                  <c:v>-0.26754872684114972</c:v>
                </c:pt>
                <c:pt idx="20">
                  <c:v>-0.29631423871048157</c:v>
                </c:pt>
                <c:pt idx="21">
                  <c:v>-0.31148276681478948</c:v>
                </c:pt>
                <c:pt idx="22">
                  <c:v>-0.31848551481526272</c:v>
                </c:pt>
                <c:pt idx="23">
                  <c:v>-0.31614159215013787</c:v>
                </c:pt>
                <c:pt idx="24">
                  <c:v>-0.29808222609217599</c:v>
                </c:pt>
                <c:pt idx="25">
                  <c:v>-0.25984280204113941</c:v>
                </c:pt>
                <c:pt idx="26">
                  <c:v>-0.22470628513726801</c:v>
                </c:pt>
                <c:pt idx="27">
                  <c:v>-0.12927738036448527</c:v>
                </c:pt>
                <c:pt idx="28">
                  <c:v>-0.14451734230239688</c:v>
                </c:pt>
                <c:pt idx="29">
                  <c:v>1.9979150336064091E-2</c:v>
                </c:pt>
                <c:pt idx="30">
                  <c:v>6.3018035082356344E-2</c:v>
                </c:pt>
                <c:pt idx="31">
                  <c:v>0.26356852292503768</c:v>
                </c:pt>
                <c:pt idx="32">
                  <c:v>0.42721897109675372</c:v>
                </c:pt>
                <c:pt idx="33">
                  <c:v>0.50682304941899348</c:v>
                </c:pt>
                <c:pt idx="34">
                  <c:v>0.73456304017712293</c:v>
                </c:pt>
                <c:pt idx="35">
                  <c:v>0.5895523579613996</c:v>
                </c:pt>
                <c:pt idx="36">
                  <c:v>0.62145202928009857</c:v>
                </c:pt>
                <c:pt idx="37">
                  <c:v>0.715432166615104</c:v>
                </c:pt>
                <c:pt idx="38">
                  <c:v>0.69873450801021464</c:v>
                </c:pt>
                <c:pt idx="40">
                  <c:v>0.87180529298843246</c:v>
                </c:pt>
                <c:pt idx="41">
                  <c:v>0.73777756268929406</c:v>
                </c:pt>
                <c:pt idx="42">
                  <c:v>0.27888215100385327</c:v>
                </c:pt>
                <c:pt idx="43">
                  <c:v>0.1645656941647648</c:v>
                </c:pt>
                <c:pt idx="44">
                  <c:v>-1.8193304495968978E-2</c:v>
                </c:pt>
                <c:pt idx="45">
                  <c:v>-0.26367790598274338</c:v>
                </c:pt>
                <c:pt idx="46">
                  <c:v>-0.54094386650131077</c:v>
                </c:pt>
                <c:pt idx="47">
                  <c:v>-0.59684530591088802</c:v>
                </c:pt>
                <c:pt idx="48">
                  <c:v>-0.70783116025819914</c:v>
                </c:pt>
                <c:pt idx="49">
                  <c:v>-0.81438142000017399</c:v>
                </c:pt>
                <c:pt idx="50">
                  <c:v>-0.85438659912560466</c:v>
                </c:pt>
                <c:pt idx="51">
                  <c:v>-0.84810711869037025</c:v>
                </c:pt>
                <c:pt idx="52">
                  <c:v>-0.86183580858610154</c:v>
                </c:pt>
                <c:pt idx="53">
                  <c:v>-0.86872247660696822</c:v>
                </c:pt>
                <c:pt idx="54">
                  <c:v>-0.79770161985368548</c:v>
                </c:pt>
                <c:pt idx="55">
                  <c:v>-0.65207035620852949</c:v>
                </c:pt>
                <c:pt idx="56">
                  <c:v>-0.52131295610406536</c:v>
                </c:pt>
                <c:pt idx="57">
                  <c:v>-0.44400815430094803</c:v>
                </c:pt>
                <c:pt idx="58">
                  <c:v>-0.37978244096922725</c:v>
                </c:pt>
                <c:pt idx="59">
                  <c:v>-0.32287199865999633</c:v>
                </c:pt>
                <c:pt idx="60">
                  <c:v>-0.2735804211660709</c:v>
                </c:pt>
                <c:pt idx="61">
                  <c:v>-0.2311174717032094</c:v>
                </c:pt>
                <c:pt idx="62">
                  <c:v>-0.18446224913072454</c:v>
                </c:pt>
                <c:pt idx="63">
                  <c:v>-0.1501606151570975</c:v>
                </c:pt>
                <c:pt idx="64">
                  <c:v>-0.10775793799133913</c:v>
                </c:pt>
                <c:pt idx="65">
                  <c:v>-7.2860277968580411E-2</c:v>
                </c:pt>
                <c:pt idx="66">
                  <c:v>-3.8980550074676046E-2</c:v>
                </c:pt>
                <c:pt idx="67">
                  <c:v>-1.9867534971058148E-3</c:v>
                </c:pt>
                <c:pt idx="68">
                  <c:v>2.4131241914285232E-2</c:v>
                </c:pt>
                <c:pt idx="69">
                  <c:v>8.1769416403355041E-2</c:v>
                </c:pt>
                <c:pt idx="70">
                  <c:v>9.5542752445088613E-2</c:v>
                </c:pt>
                <c:pt idx="71">
                  <c:v>0.16117258706858406</c:v>
                </c:pt>
                <c:pt idx="72">
                  <c:v>0.19403215052633416</c:v>
                </c:pt>
                <c:pt idx="73">
                  <c:v>0.17025807778006796</c:v>
                </c:pt>
                <c:pt idx="74">
                  <c:v>0.41645924991018068</c:v>
                </c:pt>
                <c:pt idx="75">
                  <c:v>0.31031303778952729</c:v>
                </c:pt>
                <c:pt idx="76">
                  <c:v>0.49624191281642988</c:v>
                </c:pt>
                <c:pt idx="77">
                  <c:v>0.93955581954704082</c:v>
                </c:pt>
                <c:pt idx="78">
                  <c:v>-2.8640502660525397E-2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6B7-464B-9D24-C04547871AAC}"/>
            </c:ext>
          </c:extLst>
        </c:ser>
        <c:ser>
          <c:idx val="0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'slice 0.89'!$M$20:$M$47</c:f>
              <c:numCache>
                <c:formatCode>General</c:formatCode>
                <c:ptCount val="28"/>
                <c:pt idx="0">
                  <c:v>0.87</c:v>
                </c:pt>
                <c:pt idx="1">
                  <c:v>0.8</c:v>
                </c:pt>
                <c:pt idx="2">
                  <c:v>0.73</c:v>
                </c:pt>
                <c:pt idx="3">
                  <c:v>0.65</c:v>
                </c:pt>
                <c:pt idx="4">
                  <c:v>0.52</c:v>
                </c:pt>
                <c:pt idx="5">
                  <c:v>0.47</c:v>
                </c:pt>
                <c:pt idx="6">
                  <c:v>0.42</c:v>
                </c:pt>
                <c:pt idx="7">
                  <c:v>0.35</c:v>
                </c:pt>
                <c:pt idx="8">
                  <c:v>0.3</c:v>
                </c:pt>
                <c:pt idx="9">
                  <c:v>0.26</c:v>
                </c:pt>
                <c:pt idx="10">
                  <c:v>0.21</c:v>
                </c:pt>
                <c:pt idx="11">
                  <c:v>0.17</c:v>
                </c:pt>
                <c:pt idx="12">
                  <c:v>0.13</c:v>
                </c:pt>
                <c:pt idx="13">
                  <c:v>0.1</c:v>
                </c:pt>
                <c:pt idx="14">
                  <c:v>0.06</c:v>
                </c:pt>
                <c:pt idx="15">
                  <c:v>0.04</c:v>
                </c:pt>
                <c:pt idx="16">
                  <c:v>0.03</c:v>
                </c:pt>
                <c:pt idx="17">
                  <c:v>0.01</c:v>
                </c:pt>
                <c:pt idx="19">
                  <c:v>0.01</c:v>
                </c:pt>
                <c:pt idx="20">
                  <c:v>0.04</c:v>
                </c:pt>
                <c:pt idx="21">
                  <c:v>0.14000000000000001</c:v>
                </c:pt>
                <c:pt idx="22">
                  <c:v>0.28000000000000003</c:v>
                </c:pt>
                <c:pt idx="23">
                  <c:v>0.45</c:v>
                </c:pt>
                <c:pt idx="24">
                  <c:v>0.56999999999999995</c:v>
                </c:pt>
                <c:pt idx="25">
                  <c:v>0.69</c:v>
                </c:pt>
                <c:pt idx="26">
                  <c:v>0.79</c:v>
                </c:pt>
                <c:pt idx="27">
                  <c:v>0.9</c:v>
                </c:pt>
              </c:numCache>
            </c:numRef>
          </c:xVal>
          <c:yVal>
            <c:numRef>
              <c:f>'slice 0.89'!$N$20:$N$47</c:f>
              <c:numCache>
                <c:formatCode>General</c:formatCode>
                <c:ptCount val="28"/>
                <c:pt idx="0">
                  <c:v>7.1940000000000004E-2</c:v>
                </c:pt>
                <c:pt idx="1">
                  <c:v>6.794E-2</c:v>
                </c:pt>
                <c:pt idx="2">
                  <c:v>-5.006E-2</c:v>
                </c:pt>
                <c:pt idx="3">
                  <c:v>-9.98E-2</c:v>
                </c:pt>
                <c:pt idx="4">
                  <c:v>-0.1673</c:v>
                </c:pt>
                <c:pt idx="5">
                  <c:v>-0.21110000000000001</c:v>
                </c:pt>
                <c:pt idx="6">
                  <c:v>-0.27510000000000001</c:v>
                </c:pt>
                <c:pt idx="7">
                  <c:v>-0.57709999999999995</c:v>
                </c:pt>
                <c:pt idx="8">
                  <c:v>-1.0760000000000001</c:v>
                </c:pt>
                <c:pt idx="9">
                  <c:v>-1.1719999999999999</c:v>
                </c:pt>
                <c:pt idx="10">
                  <c:v>-1.208</c:v>
                </c:pt>
                <c:pt idx="11">
                  <c:v>-1.1659999999999999</c:v>
                </c:pt>
                <c:pt idx="12">
                  <c:v>-1.1080000000000001</c:v>
                </c:pt>
                <c:pt idx="13">
                  <c:v>-1.046</c:v>
                </c:pt>
                <c:pt idx="14">
                  <c:v>-0.9325</c:v>
                </c:pt>
                <c:pt idx="15">
                  <c:v>-0.91710000000000003</c:v>
                </c:pt>
                <c:pt idx="16">
                  <c:v>-0.85309999999999997</c:v>
                </c:pt>
                <c:pt idx="17">
                  <c:v>-0.44450000000000001</c:v>
                </c:pt>
                <c:pt idx="19">
                  <c:v>0.70209999999999995</c:v>
                </c:pt>
                <c:pt idx="20">
                  <c:v>0.27450000000000002</c:v>
                </c:pt>
                <c:pt idx="21">
                  <c:v>-0.18859999999999999</c:v>
                </c:pt>
                <c:pt idx="22">
                  <c:v>-0.30349999999999999</c:v>
                </c:pt>
                <c:pt idx="23">
                  <c:v>-0.25140000000000001</c:v>
                </c:pt>
                <c:pt idx="24">
                  <c:v>-0.15429999999999999</c:v>
                </c:pt>
                <c:pt idx="25">
                  <c:v>-9.98E-2</c:v>
                </c:pt>
                <c:pt idx="26">
                  <c:v>2.163E-2</c:v>
                </c:pt>
                <c:pt idx="27">
                  <c:v>-7.3120000000000004E-2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6B7-464B-9D24-C04547871A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6450336"/>
        <c:axId val="1287180480"/>
      </c:scatterChart>
      <c:valAx>
        <c:axId val="2126450336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87180480"/>
        <c:crosses val="autoZero"/>
        <c:crossBetween val="midCat"/>
      </c:valAx>
      <c:valAx>
        <c:axId val="1287180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26450336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0.96 CP / EXP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'slice 9.6'!$I$2:$I$80</c:f>
              <c:numCache>
                <c:formatCode>General</c:formatCode>
                <c:ptCount val="79"/>
                <c:pt idx="0">
                  <c:v>0.99394185391386525</c:v>
                </c:pt>
                <c:pt idx="1">
                  <c:v>0.9865993808574699</c:v>
                </c:pt>
                <c:pt idx="2">
                  <c:v>0.97773025498736865</c:v>
                </c:pt>
                <c:pt idx="3">
                  <c:v>0.96704368529142715</c:v>
                </c:pt>
                <c:pt idx="4">
                  <c:v>0.95423676446533834</c:v>
                </c:pt>
                <c:pt idx="5">
                  <c:v>0.93895206189002045</c:v>
                </c:pt>
                <c:pt idx="6">
                  <c:v>0.92081397250813313</c:v>
                </c:pt>
                <c:pt idx="7">
                  <c:v>0.8994468912623359</c:v>
                </c:pt>
                <c:pt idx="8">
                  <c:v>0.87448127124137465</c:v>
                </c:pt>
                <c:pt idx="9">
                  <c:v>0.84559360744424983</c:v>
                </c:pt>
                <c:pt idx="10">
                  <c:v>0.81252824610612651</c:v>
                </c:pt>
                <c:pt idx="11">
                  <c:v>0.77516341849067349</c:v>
                </c:pt>
                <c:pt idx="12">
                  <c:v>0.73354092580588481</c:v>
                </c:pt>
                <c:pt idx="13">
                  <c:v>0.6879109694851181</c:v>
                </c:pt>
                <c:pt idx="14">
                  <c:v>0.63875759540065535</c:v>
                </c:pt>
                <c:pt idx="15">
                  <c:v>0.58679929967831246</c:v>
                </c:pt>
                <c:pt idx="16">
                  <c:v>0.53296419029848474</c:v>
                </c:pt>
                <c:pt idx="17">
                  <c:v>0.47833182889372183</c:v>
                </c:pt>
                <c:pt idx="18">
                  <c:v>0.42405205159117204</c:v>
                </c:pt>
                <c:pt idx="19">
                  <c:v>0.37125227937746486</c:v>
                </c:pt>
                <c:pt idx="20">
                  <c:v>0.32094664590741939</c:v>
                </c:pt>
                <c:pt idx="21">
                  <c:v>0.27396529893921856</c:v>
                </c:pt>
                <c:pt idx="22">
                  <c:v>0.23091047877528517</c:v>
                </c:pt>
                <c:pt idx="23">
                  <c:v>0.19214446255156997</c:v>
                </c:pt>
                <c:pt idx="24">
                  <c:v>0.15780380088085444</c:v>
                </c:pt>
                <c:pt idx="25">
                  <c:v>0.12783354637813735</c:v>
                </c:pt>
                <c:pt idx="26">
                  <c:v>0.10203371964111542</c:v>
                </c:pt>
                <c:pt idx="27">
                  <c:v>8.0103230809307716E-2</c:v>
                </c:pt>
                <c:pt idx="28">
                  <c:v>6.1685255078240943E-2</c:v>
                </c:pt>
                <c:pt idx="29">
                  <c:v>4.6402975761357518E-2</c:v>
                </c:pt>
                <c:pt idx="30">
                  <c:v>3.3885634318185934E-2</c:v>
                </c:pt>
                <c:pt idx="31">
                  <c:v>2.3788522236425195E-2</c:v>
                </c:pt>
                <c:pt idx="32">
                  <c:v>1.5808732211768557E-2</c:v>
                </c:pt>
                <c:pt idx="33">
                  <c:v>9.6900046647725082E-3</c:v>
                </c:pt>
                <c:pt idx="34">
                  <c:v>5.2287858869428687E-3</c:v>
                </c:pt>
                <c:pt idx="35">
                  <c:v>2.4141712153247044E-3</c:v>
                </c:pt>
                <c:pt idx="36">
                  <c:v>8.3784160371243744E-4</c:v>
                </c:pt>
                <c:pt idx="37">
                  <c:v>1.3206758467775129E-4</c:v>
                </c:pt>
                <c:pt idx="38">
                  <c:v>0</c:v>
                </c:pt>
                <c:pt idx="40">
                  <c:v>5.9672738948427818E-4</c:v>
                </c:pt>
                <c:pt idx="41">
                  <c:v>2.2560536024765813E-3</c:v>
                </c:pt>
                <c:pt idx="42">
                  <c:v>5.1603288361695534E-3</c:v>
                </c:pt>
                <c:pt idx="43">
                  <c:v>9.2810798039583836E-3</c:v>
                </c:pt>
                <c:pt idx="44">
                  <c:v>1.4922425439367035E-2</c:v>
                </c:pt>
                <c:pt idx="45">
                  <c:v>2.2237031023766122E-2</c:v>
                </c:pt>
                <c:pt idx="46">
                  <c:v>3.1422997934172185E-2</c:v>
                </c:pt>
                <c:pt idx="47">
                  <c:v>4.2729315974725422E-2</c:v>
                </c:pt>
                <c:pt idx="48">
                  <c:v>5.6451622674429172E-2</c:v>
                </c:pt>
                <c:pt idx="49">
                  <c:v>7.2921298624195011E-2</c:v>
                </c:pt>
                <c:pt idx="50">
                  <c:v>9.248971629701877E-2</c:v>
                </c:pt>
                <c:pt idx="51">
                  <c:v>0.11550824816589626</c:v>
                </c:pt>
                <c:pt idx="52">
                  <c:v>0.14230161086104429</c:v>
                </c:pt>
                <c:pt idx="53">
                  <c:v>0.17313030466416665</c:v>
                </c:pt>
                <c:pt idx="54">
                  <c:v>0.20815583974991972</c:v>
                </c:pt>
                <c:pt idx="55">
                  <c:v>0.2473920044587955</c:v>
                </c:pt>
                <c:pt idx="56">
                  <c:v>0.29066881932790922</c:v>
                </c:pt>
                <c:pt idx="57">
                  <c:v>0.33760230694202953</c:v>
                </c:pt>
                <c:pt idx="58">
                  <c:v>0.38758322378185822</c:v>
                </c:pt>
                <c:pt idx="59">
                  <c:v>0.43979475001060175</c:v>
                </c:pt>
                <c:pt idx="60">
                  <c:v>0.49325061944543724</c:v>
                </c:pt>
                <c:pt idx="61">
                  <c:v>0.54686763556616391</c:v>
                </c:pt>
                <c:pt idx="62">
                  <c:v>0.59954685067275715</c:v>
                </c:pt>
                <c:pt idx="63">
                  <c:v>0.6502632264474425</c:v>
                </c:pt>
                <c:pt idx="64">
                  <c:v>0.69813954333694794</c:v>
                </c:pt>
                <c:pt idx="65">
                  <c:v>0.74250031805266947</c:v>
                </c:pt>
                <c:pt idx="66">
                  <c:v>0.78289967104266733</c:v>
                </c:pt>
                <c:pt idx="67">
                  <c:v>0.81911345090175502</c:v>
                </c:pt>
                <c:pt idx="68">
                  <c:v>0.85111681923097871</c:v>
                </c:pt>
                <c:pt idx="69">
                  <c:v>0.87904911339032021</c:v>
                </c:pt>
                <c:pt idx="70">
                  <c:v>0.9031544766670504</c:v>
                </c:pt>
                <c:pt idx="71">
                  <c:v>0.9237703477981668</c:v>
                </c:pt>
                <c:pt idx="72">
                  <c:v>0.94125415740275153</c:v>
                </c:pt>
                <c:pt idx="73">
                  <c:v>0.95597545239205883</c:v>
                </c:pt>
                <c:pt idx="74">
                  <c:v>0.96830983782342916</c:v>
                </c:pt>
                <c:pt idx="75">
                  <c:v>0.97858445358551371</c:v>
                </c:pt>
                <c:pt idx="76">
                  <c:v>0.98712038142087744</c:v>
                </c:pt>
                <c:pt idx="77">
                  <c:v>0.99417206346513831</c:v>
                </c:pt>
                <c:pt idx="78">
                  <c:v>1</c:v>
                </c:pt>
              </c:numCache>
            </c:numRef>
          </c:xVal>
          <c:yVal>
            <c:numRef>
              <c:f>'slice 9.6'!$J$2:$J$80</c:f>
              <c:numCache>
                <c:formatCode>General</c:formatCode>
                <c:ptCount val="79"/>
                <c:pt idx="0">
                  <c:v>1.0138899189917916</c:v>
                </c:pt>
                <c:pt idx="1">
                  <c:v>0.51237829577460159</c:v>
                </c:pt>
                <c:pt idx="2">
                  <c:v>0.2888772737154065</c:v>
                </c:pt>
                <c:pt idx="3">
                  <c:v>0.35791490873780879</c:v>
                </c:pt>
                <c:pt idx="4">
                  <c:v>0.12010120624713999</c:v>
                </c:pt>
                <c:pt idx="5">
                  <c:v>0.16736633697433201</c:v>
                </c:pt>
                <c:pt idx="6">
                  <c:v>0.12170673264300981</c:v>
                </c:pt>
                <c:pt idx="7">
                  <c:v>7.1543822567174689E-2</c:v>
                </c:pt>
                <c:pt idx="8">
                  <c:v>5.5116546394799328E-2</c:v>
                </c:pt>
                <c:pt idx="9">
                  <c:v>1.3040007068893909E-2</c:v>
                </c:pt>
                <c:pt idx="10">
                  <c:v>-2.4846499955595149E-2</c:v>
                </c:pt>
                <c:pt idx="11">
                  <c:v>-4.010879051145521E-2</c:v>
                </c:pt>
                <c:pt idx="12">
                  <c:v>-7.2152747822193719E-2</c:v>
                </c:pt>
                <c:pt idx="13">
                  <c:v>-9.3940915789558571E-2</c:v>
                </c:pt>
                <c:pt idx="14">
                  <c:v>-0.11297031949865483</c:v>
                </c:pt>
                <c:pt idx="15">
                  <c:v>-0.14203426318193715</c:v>
                </c:pt>
                <c:pt idx="16">
                  <c:v>-0.16642651664504238</c:v>
                </c:pt>
                <c:pt idx="17">
                  <c:v>-0.19299014666061043</c:v>
                </c:pt>
                <c:pt idx="18">
                  <c:v>-0.21806376986245068</c:v>
                </c:pt>
                <c:pt idx="19">
                  <c:v>-0.24618397729840474</c:v>
                </c:pt>
                <c:pt idx="20">
                  <c:v>-0.27086992461441295</c:v>
                </c:pt>
                <c:pt idx="21">
                  <c:v>-0.30335833862254463</c:v>
                </c:pt>
                <c:pt idx="22">
                  <c:v>-0.3153919547554907</c:v>
                </c:pt>
                <c:pt idx="23">
                  <c:v>-0.31791184801339856</c:v>
                </c:pt>
                <c:pt idx="24">
                  <c:v>-0.31803911534965651</c:v>
                </c:pt>
                <c:pt idx="25">
                  <c:v>-0.29530916909398253</c:v>
                </c:pt>
                <c:pt idx="26">
                  <c:v>-0.24756825432508756</c:v>
                </c:pt>
                <c:pt idx="27">
                  <c:v>-0.16191146314641322</c:v>
                </c:pt>
                <c:pt idx="28">
                  <c:v>-0.15840084262471274</c:v>
                </c:pt>
                <c:pt idx="29">
                  <c:v>-1.4351839611860713E-2</c:v>
                </c:pt>
                <c:pt idx="30">
                  <c:v>0.11172114164430727</c:v>
                </c:pt>
                <c:pt idx="31">
                  <c:v>0.29097228986611468</c:v>
                </c:pt>
                <c:pt idx="32">
                  <c:v>0.37259960138295956</c:v>
                </c:pt>
                <c:pt idx="33">
                  <c:v>0.51602009955059902</c:v>
                </c:pt>
                <c:pt idx="34">
                  <c:v>0.37487083384540953</c:v>
                </c:pt>
                <c:pt idx="35">
                  <c:v>0.56391177716398411</c:v>
                </c:pt>
                <c:pt idx="36">
                  <c:v>0.64855434557063341</c:v>
                </c:pt>
                <c:pt idx="37">
                  <c:v>0.81734999262909336</c:v>
                </c:pt>
                <c:pt idx="38">
                  <c:v>0.71385227886607061</c:v>
                </c:pt>
                <c:pt idx="40">
                  <c:v>0.78494577085879391</c:v>
                </c:pt>
                <c:pt idx="41">
                  <c:v>0.81073209114367872</c:v>
                </c:pt>
                <c:pt idx="42">
                  <c:v>0.5013745660858353</c:v>
                </c:pt>
                <c:pt idx="43">
                  <c:v>-3.236114667187371E-2</c:v>
                </c:pt>
                <c:pt idx="44">
                  <c:v>-3.2472750335976797E-2</c:v>
                </c:pt>
                <c:pt idx="45">
                  <c:v>-0.28769466646771713</c:v>
                </c:pt>
                <c:pt idx="46">
                  <c:v>-0.57162809365925615</c:v>
                </c:pt>
                <c:pt idx="47">
                  <c:v>-0.63853546926860183</c:v>
                </c:pt>
                <c:pt idx="48">
                  <c:v>-0.69564913386314164</c:v>
                </c:pt>
                <c:pt idx="49">
                  <c:v>-0.72357550335617971</c:v>
                </c:pt>
                <c:pt idx="50">
                  <c:v>-0.78786900367468871</c:v>
                </c:pt>
                <c:pt idx="51">
                  <c:v>-0.80198393024520753</c:v>
                </c:pt>
                <c:pt idx="52">
                  <c:v>-0.80809863626264844</c:v>
                </c:pt>
                <c:pt idx="53">
                  <c:v>-0.79342177545357506</c:v>
                </c:pt>
                <c:pt idx="54">
                  <c:v>-0.7160197395004948</c:v>
                </c:pt>
                <c:pt idx="55">
                  <c:v>-0.52811832833118377</c:v>
                </c:pt>
                <c:pt idx="56">
                  <c:v>-0.38686724875698802</c:v>
                </c:pt>
                <c:pt idx="57">
                  <c:v>-0.34229235372238781</c:v>
                </c:pt>
                <c:pt idx="58">
                  <c:v>-0.29942284099364425</c:v>
                </c:pt>
                <c:pt idx="59">
                  <c:v>-0.26681107556729322</c:v>
                </c:pt>
                <c:pt idx="60">
                  <c:v>-0.22158809609728689</c:v>
                </c:pt>
                <c:pt idx="61">
                  <c:v>-0.18720437775842103</c:v>
                </c:pt>
                <c:pt idx="62">
                  <c:v>-0.1598046992415891</c:v>
                </c:pt>
                <c:pt idx="63">
                  <c:v>-0.13249312888062778</c:v>
                </c:pt>
                <c:pt idx="64">
                  <c:v>-0.10393433862433869</c:v>
                </c:pt>
                <c:pt idx="65">
                  <c:v>-7.8682541151737437E-2</c:v>
                </c:pt>
                <c:pt idx="66">
                  <c:v>-5.181738544718878E-2</c:v>
                </c:pt>
                <c:pt idx="67">
                  <c:v>-3.1875572835074001E-2</c:v>
                </c:pt>
                <c:pt idx="68">
                  <c:v>1.1434480673024088E-2</c:v>
                </c:pt>
                <c:pt idx="69">
                  <c:v>3.0642058652881332E-2</c:v>
                </c:pt>
                <c:pt idx="70">
                  <c:v>6.3614088538793259E-2</c:v>
                </c:pt>
                <c:pt idx="71">
                  <c:v>9.8818191706768102E-2</c:v>
                </c:pt>
                <c:pt idx="72">
                  <c:v>0.12652331183061927</c:v>
                </c:pt>
                <c:pt idx="73">
                  <c:v>0.14514350210467047</c:v>
                </c:pt>
                <c:pt idx="74">
                  <c:v>0.34693075863923595</c:v>
                </c:pt>
                <c:pt idx="75">
                  <c:v>0.25012926472240193</c:v>
                </c:pt>
                <c:pt idx="76">
                  <c:v>0.54750408058180233</c:v>
                </c:pt>
                <c:pt idx="77">
                  <c:v>0.86158028687628763</c:v>
                </c:pt>
                <c:pt idx="78">
                  <c:v>8.411391947142377E-2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0FD-428B-9490-C3F8B53863BB}"/>
            </c:ext>
          </c:extLst>
        </c:ser>
        <c:ser>
          <c:idx val="0"/>
          <c:order val="1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'slice 9.6'!$M$22:$M$47</c:f>
              <c:numCache>
                <c:formatCode>General</c:formatCode>
                <c:ptCount val="26"/>
                <c:pt idx="0">
                  <c:v>0.9</c:v>
                </c:pt>
                <c:pt idx="1">
                  <c:v>0.76</c:v>
                </c:pt>
                <c:pt idx="2">
                  <c:v>0.69</c:v>
                </c:pt>
                <c:pt idx="3">
                  <c:v>0.61</c:v>
                </c:pt>
                <c:pt idx="4">
                  <c:v>0.5</c:v>
                </c:pt>
                <c:pt idx="5">
                  <c:v>0.44</c:v>
                </c:pt>
                <c:pt idx="6">
                  <c:v>0.39</c:v>
                </c:pt>
                <c:pt idx="7">
                  <c:v>0.33</c:v>
                </c:pt>
                <c:pt idx="8">
                  <c:v>0.28999999999999998</c:v>
                </c:pt>
                <c:pt idx="9">
                  <c:v>0.23</c:v>
                </c:pt>
                <c:pt idx="10">
                  <c:v>0.19</c:v>
                </c:pt>
                <c:pt idx="11">
                  <c:v>0.15</c:v>
                </c:pt>
                <c:pt idx="12">
                  <c:v>0.12</c:v>
                </c:pt>
                <c:pt idx="13">
                  <c:v>7.0000000000000007E-2</c:v>
                </c:pt>
                <c:pt idx="14">
                  <c:v>0.02</c:v>
                </c:pt>
                <c:pt idx="15">
                  <c:v>0</c:v>
                </c:pt>
                <c:pt idx="17">
                  <c:v>0</c:v>
                </c:pt>
                <c:pt idx="18">
                  <c:v>7.0000000000000007E-2</c:v>
                </c:pt>
                <c:pt idx="19">
                  <c:v>0.16</c:v>
                </c:pt>
                <c:pt idx="20">
                  <c:v>0.24</c:v>
                </c:pt>
                <c:pt idx="21">
                  <c:v>0.39</c:v>
                </c:pt>
                <c:pt idx="22">
                  <c:v>0.51</c:v>
                </c:pt>
                <c:pt idx="23">
                  <c:v>0.63</c:v>
                </c:pt>
                <c:pt idx="24">
                  <c:v>0.74</c:v>
                </c:pt>
                <c:pt idx="25">
                  <c:v>0.85</c:v>
                </c:pt>
              </c:numCache>
            </c:numRef>
          </c:xVal>
          <c:yVal>
            <c:numRef>
              <c:f>'slice 9.6'!$N$22:$N$47</c:f>
              <c:numCache>
                <c:formatCode>General</c:formatCode>
                <c:ptCount val="26"/>
                <c:pt idx="0">
                  <c:v>6.0740000000000002E-2</c:v>
                </c:pt>
                <c:pt idx="1">
                  <c:v>-6.5269999999999995E-2</c:v>
                </c:pt>
                <c:pt idx="2">
                  <c:v>-0.1103</c:v>
                </c:pt>
                <c:pt idx="3">
                  <c:v>-0.1474</c:v>
                </c:pt>
                <c:pt idx="4">
                  <c:v>-0.19020000000000001</c:v>
                </c:pt>
                <c:pt idx="5">
                  <c:v>-0.19470000000000001</c:v>
                </c:pt>
                <c:pt idx="6">
                  <c:v>-0.22389999999999999</c:v>
                </c:pt>
                <c:pt idx="7">
                  <c:v>-0.66049999999999998</c:v>
                </c:pt>
                <c:pt idx="8">
                  <c:v>-0.96760000000000002</c:v>
                </c:pt>
                <c:pt idx="9">
                  <c:v>-1.028</c:v>
                </c:pt>
                <c:pt idx="10">
                  <c:v>-1.0900000000000001</c:v>
                </c:pt>
                <c:pt idx="11">
                  <c:v>-1.0620000000000001</c:v>
                </c:pt>
                <c:pt idx="12">
                  <c:v>-0.97209999999999996</c:v>
                </c:pt>
                <c:pt idx="13">
                  <c:v>-0.8911</c:v>
                </c:pt>
                <c:pt idx="14">
                  <c:v>-0.49840000000000001</c:v>
                </c:pt>
                <c:pt idx="15">
                  <c:v>1.0920000000000001</c:v>
                </c:pt>
                <c:pt idx="17">
                  <c:v>1.141</c:v>
                </c:pt>
                <c:pt idx="18">
                  <c:v>0.87739999999999996</c:v>
                </c:pt>
                <c:pt idx="19">
                  <c:v>-0.2487</c:v>
                </c:pt>
                <c:pt idx="20">
                  <c:v>-0.32629999999999998</c:v>
                </c:pt>
                <c:pt idx="21">
                  <c:v>-0.25879999999999997</c:v>
                </c:pt>
                <c:pt idx="22">
                  <c:v>-0.17549999999999999</c:v>
                </c:pt>
                <c:pt idx="23">
                  <c:v>-0.1227</c:v>
                </c:pt>
                <c:pt idx="24">
                  <c:v>-6.6400000000000001E-2</c:v>
                </c:pt>
                <c:pt idx="25">
                  <c:v>-1.1270000000000001E-2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0FD-428B-9490-C3F8B53863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4996255"/>
        <c:axId val="1114993375"/>
      </c:scatterChart>
      <c:valAx>
        <c:axId val="1114996255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14993375"/>
        <c:crosses val="autoZero"/>
        <c:crossBetween val="midCat"/>
      </c:valAx>
      <c:valAx>
        <c:axId val="11149933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14996255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7BCF7-B9F0-005F-919B-E323E2E76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DF6DC9-2F05-5CA4-D527-A78DF7BBC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4F3B1C-014D-E6E2-9AB9-5FEA8E4E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578580-604C-51C2-381B-629A3BF7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0F8C20-4295-F376-8230-C3476F48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677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962C3-D141-C72B-EF29-0ACF6573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D1E49D-CA77-3D4C-787D-04A7C4341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35FDEF-A18C-EB3F-4C48-5BC22893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D454C-5863-52AD-ED7E-DFAA4833B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7B4014-9382-6CC7-7A24-4443649D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2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1ECC3-3C23-E465-96FF-502C3B13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9DC512-A78C-ABF9-34F6-370DFFFE1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D5DE52-8D0C-C791-6037-F220CBD7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413A2F-60D1-279F-16C7-1D8C624C2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824118-D97C-DB50-73D6-8F968F8D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460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4487F-2092-39EE-29F3-E5436F77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8AC078-69AE-1739-E84E-9D031902A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1AF77A-3EDC-02F6-C933-780A16AEA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B6630C-D512-6B31-EE64-766160FE3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B8D075-59F0-0977-8A34-5F8E0A0B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701203-1317-9BF2-A17A-47CAF1018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2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E878A-8157-8EC4-7499-6A888E0D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80C6B6-52A3-ACAC-5A3A-7CDF91AAF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815F77-D425-D172-8E49-A9879C2AA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7F42C3-E491-EB5D-BE16-B0CE88BF8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0FA83E-294A-38A9-88B0-45D8CD23AE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E24823-723D-FB71-D4FA-192B5B0F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799CB70-BF93-5893-4D31-D275AC24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3E02F8-9788-71DB-B163-3E7297E23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01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972B8-6945-DA33-DE36-724816F3B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C057D1-BF38-3815-1FF4-92C89E0EE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D8DA4D-1F43-11D7-7B83-64C5F7432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8F7401-4B24-A6E8-C0E8-E12E4AB1E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755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02074F-1193-170D-E1C5-38D7E5541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AE75612-AF1B-4734-84BF-17AA0450F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66BE87-3B8A-9A13-39D1-5AAABCEA7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045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0DF4B-C047-834B-A02C-FB2FBE479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913099-BA71-322F-860C-270C886BD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0F257F-5AAA-18D6-38DE-932A2D397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5D68B3-617F-7DA0-CEF8-274EA412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04BE4E-4892-5D86-D7AE-E81194001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173EC1-8346-D37A-2119-1D1FABAD0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64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CAD12-1EC2-ABB6-776C-A387AD5B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84E986-F3BF-24B4-A215-8908E46F52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0B5D97-B067-4E80-731A-A4DC6A0D5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82A379-7944-8E26-AA1C-BB1024D6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C23B8-300D-0A6B-2BC4-4FED0244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4256D9-D285-CF28-4FF2-9DC050F1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29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C00CE-B394-DCA7-1341-199D531EE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EBB2B1-2BFE-8E97-8CA9-CE967943E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F06137-BAA9-DE0F-9BA1-0EDF2050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C35E47-11F1-6910-080E-161D0BD8E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CC69D3-26D1-E9CC-864E-569C1EC8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7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96B3815-F4A3-152A-0A1A-9409FABBEB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A0CDDD-DA20-766B-524F-C0BC64DDC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E30E99-5002-BD76-5E45-605A9E3C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5F4705-B967-924B-9B42-674A5132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76F26-4171-734C-4EE3-9E74C76E8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2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6076AA-9170-06FF-49CD-1B41A2D8A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30FC45-B867-1FD7-C4D4-DBD4A35E4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3801B7-16EE-C31D-F540-473B8C701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8E2CB-10D7-477D-A2E7-7D9F13F758C3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23709A-C3CC-9CDA-3D15-C5486C811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F5A65F-42AF-4070-2DBD-D96563790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020CC1-392E-4654-BD4D-6D751FF027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23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343E0-31AB-B83E-843D-BF3C60780CE0}"/>
              </a:ext>
            </a:extLst>
          </p:cNvPr>
          <p:cNvSpPr txBox="1"/>
          <p:nvPr/>
        </p:nvSpPr>
        <p:spPr>
          <a:xfrm>
            <a:off x="9861755" y="6488668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2021010506 </a:t>
            </a:r>
            <a:r>
              <a:rPr lang="ko-KR" altLang="en-US" dirty="0"/>
              <a:t>김벼리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6CA1F-0B30-C07D-F08B-79A5959A74DC}"/>
              </a:ext>
            </a:extLst>
          </p:cNvPr>
          <p:cNvSpPr txBox="1"/>
          <p:nvPr/>
        </p:nvSpPr>
        <p:spPr>
          <a:xfrm>
            <a:off x="1997792" y="2905780"/>
            <a:ext cx="819641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 err="1"/>
              <a:t>Caradonna_tung</a:t>
            </a:r>
            <a:endParaRPr lang="en-US" altLang="ko-KR" sz="4400" dirty="0"/>
          </a:p>
          <a:p>
            <a:pPr algn="ctr"/>
            <a:r>
              <a:rPr lang="ko-KR" altLang="en-US" dirty="0"/>
              <a:t>위치 별 압력 분포도 비교</a:t>
            </a:r>
          </a:p>
        </p:txBody>
      </p:sp>
    </p:spTree>
    <p:extLst>
      <p:ext uri="{BB962C8B-B14F-4D97-AF65-F5344CB8AC3E}">
        <p14:creationId xmlns:p14="http://schemas.microsoft.com/office/powerpoint/2010/main" val="93124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다채로움, 그래픽 디자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758A57-F11F-DA48-CD96-E53E23799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1" y="1050211"/>
            <a:ext cx="3054760" cy="3772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26E2B1-B990-AB71-71CC-E4C7565F2190}"/>
              </a:ext>
            </a:extLst>
          </p:cNvPr>
          <p:cNvSpPr txBox="1"/>
          <p:nvPr/>
        </p:nvSpPr>
        <p:spPr>
          <a:xfrm>
            <a:off x="-237511" y="442451"/>
            <a:ext cx="441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모델 </a:t>
            </a:r>
            <a:r>
              <a:rPr lang="en-US" altLang="ko-KR" dirty="0"/>
              <a:t>: </a:t>
            </a:r>
            <a:r>
              <a:rPr lang="en-US" altLang="ko-KR" b="1" dirty="0" err="1"/>
              <a:t>Caradonna_tung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75EBAD-EB9D-B0FA-4F01-8EDA2A4F83EC}"/>
              </a:ext>
            </a:extLst>
          </p:cNvPr>
          <p:cNvSpPr txBox="1"/>
          <p:nvPr/>
        </p:nvSpPr>
        <p:spPr>
          <a:xfrm>
            <a:off x="3605964" y="557840"/>
            <a:ext cx="54118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조건</a:t>
            </a:r>
            <a:endParaRPr lang="en-US" altLang="ko-KR" dirty="0"/>
          </a:p>
          <a:p>
            <a:r>
              <a:rPr lang="en-US" altLang="ko-KR" dirty="0"/>
              <a:t>MACH_NUMBER= 0.0</a:t>
            </a:r>
          </a:p>
          <a:p>
            <a:r>
              <a:rPr lang="en-US" altLang="ko-KR" dirty="0"/>
              <a:t>AOA= 0.0</a:t>
            </a:r>
          </a:p>
          <a:p>
            <a:r>
              <a:rPr lang="en-US" altLang="ko-KR" dirty="0"/>
              <a:t>SIDESLIP_ANGLE= 0.0</a:t>
            </a:r>
          </a:p>
          <a:p>
            <a:r>
              <a:rPr lang="en-US" altLang="ko-KR" dirty="0"/>
              <a:t>FREESTREAM_PRESSURE=101325.0</a:t>
            </a:r>
          </a:p>
          <a:p>
            <a:r>
              <a:rPr lang="en-US" altLang="ko-KR" dirty="0"/>
              <a:t>FREESTREAM_TEMPERATURE= 288.15</a:t>
            </a:r>
          </a:p>
          <a:p>
            <a:endParaRPr lang="en-US" altLang="ko-KR" dirty="0"/>
          </a:p>
          <a:p>
            <a:r>
              <a:rPr lang="en-US" altLang="ko-KR" dirty="0"/>
              <a:t>MACH_MOTION= 0.877</a:t>
            </a:r>
          </a:p>
          <a:p>
            <a:r>
              <a:rPr lang="en-US" altLang="ko-KR" dirty="0"/>
              <a:t>MOTION_ORIGIN= 0.0 0.0 0.0</a:t>
            </a:r>
          </a:p>
          <a:p>
            <a:r>
              <a:rPr lang="en-US" altLang="ko-KR" dirty="0"/>
              <a:t>ROTATION_RATE = 261.79938779914943 0.0 0.0 2500 RPM -&gt; 261.79938779914943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7C165-3D8D-E4DF-FB12-62CC895D82E8}"/>
              </a:ext>
            </a:extLst>
          </p:cNvPr>
          <p:cNvSpPr txBox="1"/>
          <p:nvPr/>
        </p:nvSpPr>
        <p:spPr>
          <a:xfrm>
            <a:off x="3605964" y="3935589"/>
            <a:ext cx="6243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측정 </a:t>
            </a:r>
            <a:r>
              <a:rPr lang="en-US" altLang="ko-KR" dirty="0"/>
              <a:t>span </a:t>
            </a:r>
            <a:r>
              <a:rPr lang="ko-KR" altLang="en-US" dirty="0"/>
              <a:t>위치</a:t>
            </a:r>
            <a:endParaRPr lang="en-US" altLang="ko-KR" dirty="0"/>
          </a:p>
          <a:p>
            <a:r>
              <a:rPr lang="en-US" altLang="ko-KR" dirty="0"/>
              <a:t>0.5, 0.68, 0.8, 0.89, 0.96 </a:t>
            </a:r>
            <a:r>
              <a:rPr lang="ko-KR" altLang="en-US" dirty="0"/>
              <a:t>지점</a:t>
            </a:r>
            <a:r>
              <a:rPr lang="en-US" altLang="ko-KR" dirty="0"/>
              <a:t>(</a:t>
            </a:r>
            <a:r>
              <a:rPr lang="ko-KR" altLang="en-US" dirty="0"/>
              <a:t>총 </a:t>
            </a:r>
            <a:r>
              <a:rPr lang="en-US" altLang="ko-KR" dirty="0"/>
              <a:t>5</a:t>
            </a:r>
            <a:r>
              <a:rPr lang="ko-KR" altLang="en-US" dirty="0"/>
              <a:t>지점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003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624E0-AD39-1FAE-8A55-4243EC50C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AAE75A-C3E0-FC62-DD37-5775BDB8358F}"/>
              </a:ext>
            </a:extLst>
          </p:cNvPr>
          <p:cNvSpPr txBox="1"/>
          <p:nvPr/>
        </p:nvSpPr>
        <p:spPr>
          <a:xfrm>
            <a:off x="0" y="-1"/>
            <a:ext cx="495545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0.5 </a:t>
            </a:r>
            <a:r>
              <a:rPr lang="ko-KR" altLang="en-US" dirty="0"/>
              <a:t>지점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sz="1400" dirty="0"/>
              <a:t>기존 </a:t>
            </a:r>
            <a:r>
              <a:rPr lang="en-US" altLang="ko-KR" sz="1400" dirty="0"/>
              <a:t>cp</a:t>
            </a:r>
            <a:r>
              <a:rPr lang="ko-KR" altLang="en-US" sz="1400" dirty="0"/>
              <a:t>값</a:t>
            </a:r>
            <a:endParaRPr lang="en-US" altLang="ko-KR" sz="1400" dirty="0"/>
          </a:p>
          <a:p>
            <a:pPr algn="ctr"/>
            <a:r>
              <a:rPr lang="ko-KR" altLang="en-US" sz="1400" dirty="0"/>
              <a:t> </a:t>
            </a:r>
            <a:r>
              <a:rPr lang="en-US" altLang="ko-KR" sz="1400" dirty="0"/>
              <a:t>MAX : 0.381627 </a:t>
            </a:r>
            <a:br>
              <a:rPr lang="en-US" altLang="ko-KR" sz="1400" dirty="0"/>
            </a:br>
            <a:r>
              <a:rPr lang="en-US" altLang="ko-KR" sz="1400" dirty="0"/>
              <a:t>MIN : -0.24397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r>
              <a:rPr lang="en-US" altLang="ko-KR" sz="1400" dirty="0"/>
              <a:t>CP </a:t>
            </a:r>
            <a:r>
              <a:rPr lang="ko-KR" altLang="en-US" sz="1400" dirty="0"/>
              <a:t>값 수정 </a:t>
            </a:r>
            <a:endParaRPr lang="en-US" altLang="ko-KR" sz="1400" dirty="0"/>
          </a:p>
          <a:p>
            <a:pPr algn="ctr"/>
            <a:r>
              <a:rPr lang="ko-KR" altLang="en-US" sz="1400" dirty="0"/>
              <a:t> </a:t>
            </a:r>
            <a:r>
              <a:rPr lang="en-US" altLang="ko-KR" sz="1400" dirty="0"/>
              <a:t>MAX : 1.402995 </a:t>
            </a:r>
            <a:br>
              <a:rPr lang="en-US" altLang="ko-KR" sz="1400" dirty="0"/>
            </a:br>
            <a:r>
              <a:rPr lang="en-US" altLang="ko-KR" sz="1400" dirty="0"/>
              <a:t>MIN : -0.97575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51BC20BE-8FAC-7653-39F8-A05C0DD0D4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6496041"/>
              </p:ext>
            </p:extLst>
          </p:nvPr>
        </p:nvGraphicFramePr>
        <p:xfrm>
          <a:off x="0" y="2732139"/>
          <a:ext cx="7720781" cy="41258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17F5810-AFC5-2B02-2D33-6FA96BAF2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328175"/>
              </p:ext>
            </p:extLst>
          </p:nvPr>
        </p:nvGraphicFramePr>
        <p:xfrm>
          <a:off x="3860390" y="83267"/>
          <a:ext cx="6172200" cy="1047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412902043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90423964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7800457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7388087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9869995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3403252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08524669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3937395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90637931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Points_1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Pressure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72021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0.122784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122144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1.199479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0.123784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0.165067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0.993942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1.199479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207705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0.121572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114255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0.744957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-0.04128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0.986599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0.744957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388036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0.120108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104677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0.193124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0.97773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0.193124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4792445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0.118344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110431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0.524639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0.967044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0.524639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56986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221998C-A67D-FE1D-874C-4D594B7EEB4D}"/>
              </a:ext>
            </a:extLst>
          </p:cNvPr>
          <p:cNvSpPr txBox="1"/>
          <p:nvPr/>
        </p:nvSpPr>
        <p:spPr>
          <a:xfrm>
            <a:off x="3860390" y="1131017"/>
            <a:ext cx="6853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수정된 </a:t>
            </a:r>
            <a:r>
              <a:rPr lang="en-US" altLang="ko-KR" sz="1400" dirty="0"/>
              <a:t>CP </a:t>
            </a:r>
            <a:r>
              <a:rPr lang="ko-KR" altLang="en-US" sz="1400" dirty="0"/>
              <a:t>값 </a:t>
            </a:r>
            <a:r>
              <a:rPr lang="en-US" altLang="ko-KR" sz="1400" dirty="0"/>
              <a:t>=(C2 - 101325) / (0.5 * 1.225 * (0.643*261.8)^2)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234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AD008-CE71-3991-C894-A7E8A229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C67A0E-3F8C-B35E-6E2B-6668150C479C}"/>
              </a:ext>
            </a:extLst>
          </p:cNvPr>
          <p:cNvSpPr txBox="1"/>
          <p:nvPr/>
        </p:nvSpPr>
        <p:spPr>
          <a:xfrm>
            <a:off x="0" y="-1"/>
            <a:ext cx="49554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0.68 </a:t>
            </a:r>
            <a:r>
              <a:rPr lang="ko-KR" altLang="en-US" dirty="0"/>
              <a:t>지점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9121972B-A24B-48C5-0F45-57ECE3F169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1867348"/>
              </p:ext>
            </p:extLst>
          </p:nvPr>
        </p:nvGraphicFramePr>
        <p:xfrm>
          <a:off x="216309" y="571032"/>
          <a:ext cx="4739149" cy="2857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98D919-8D8A-0491-E67A-6B08AECE37B4}"/>
              </a:ext>
            </a:extLst>
          </p:cNvPr>
          <p:cNvSpPr txBox="1"/>
          <p:nvPr/>
        </p:nvSpPr>
        <p:spPr>
          <a:xfrm>
            <a:off x="6096000" y="17035"/>
            <a:ext cx="495545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0.8 </a:t>
            </a:r>
            <a:r>
              <a:rPr lang="ko-KR" altLang="en-US" dirty="0"/>
              <a:t>지점</a:t>
            </a:r>
            <a:endParaRPr lang="en-US" altLang="ko-KR" sz="1200" dirty="0"/>
          </a:p>
          <a:p>
            <a:pPr algn="ctr"/>
            <a:endParaRPr lang="en-US" altLang="ko-KR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E4BD5-1B42-0B4F-A206-07B27329AD83}"/>
              </a:ext>
            </a:extLst>
          </p:cNvPr>
          <p:cNvSpPr txBox="1"/>
          <p:nvPr/>
        </p:nvSpPr>
        <p:spPr>
          <a:xfrm>
            <a:off x="0" y="3567499"/>
            <a:ext cx="49554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0.89 </a:t>
            </a:r>
            <a:r>
              <a:rPr lang="ko-KR" altLang="en-US" dirty="0"/>
              <a:t>지점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7859E-A2CD-3C37-CEE2-8675F444AD9E}"/>
              </a:ext>
            </a:extLst>
          </p:cNvPr>
          <p:cNvSpPr txBox="1"/>
          <p:nvPr/>
        </p:nvSpPr>
        <p:spPr>
          <a:xfrm>
            <a:off x="6287728" y="3705998"/>
            <a:ext cx="49554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0.96 </a:t>
            </a:r>
            <a:r>
              <a:rPr lang="ko-KR" altLang="en-US" dirty="0"/>
              <a:t>지점</a:t>
            </a:r>
            <a:endParaRPr lang="en-US" altLang="ko-KR" dirty="0"/>
          </a:p>
          <a:p>
            <a:pPr algn="ctr"/>
            <a:endParaRPr lang="en-US" altLang="ko-KR" sz="1200" dirty="0"/>
          </a:p>
          <a:p>
            <a:pPr algn="ctr"/>
            <a:endParaRPr lang="en-US" altLang="ko-KR" sz="1200" dirty="0"/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C70509E3-A274-BC02-91B6-35A49F0202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9833714"/>
              </p:ext>
            </p:extLst>
          </p:nvPr>
        </p:nvGraphicFramePr>
        <p:xfrm>
          <a:off x="6287729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40BFD3AE-D3B0-31E5-F130-FB78DA2BDC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0779780"/>
              </p:ext>
            </p:extLst>
          </p:nvPr>
        </p:nvGraphicFramePr>
        <p:xfrm>
          <a:off x="216308" y="4000032"/>
          <a:ext cx="4739149" cy="2857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7DB15413-10D4-EA1B-93AD-24A54EFD8E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2136838"/>
              </p:ext>
            </p:extLst>
          </p:nvPr>
        </p:nvGraphicFramePr>
        <p:xfrm>
          <a:off x="6287729" y="4000032"/>
          <a:ext cx="4955459" cy="284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89001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</TotalTime>
  <Words>196</Words>
  <Application>Microsoft Office PowerPoint</Application>
  <PresentationFormat>와이드스크린</PresentationFormat>
  <Paragraphs>66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벼리 김</dc:creator>
  <cp:lastModifiedBy>벼리 김</cp:lastModifiedBy>
  <cp:revision>1</cp:revision>
  <dcterms:created xsi:type="dcterms:W3CDTF">2025-11-25T01:50:13Z</dcterms:created>
  <dcterms:modified xsi:type="dcterms:W3CDTF">2025-11-26T02:33:27Z</dcterms:modified>
</cp:coreProperties>
</file>